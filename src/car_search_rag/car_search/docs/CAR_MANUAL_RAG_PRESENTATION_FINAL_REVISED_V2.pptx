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6f784ac75a4035" /><Relationship Type="http://schemas.openxmlformats.org/officeDocument/2006/relationships/extended-properties" Target="/docProps/app.xml" Id="Rb2c1e27f2d444242" /><Relationship Type="http://schemas.openxmlformats.org/officeDocument/2006/relationships/officeDocument" Target="/ppt/presentation.xml" Id="Rcffd0e43e8b345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5d3320fe944370"/>
  </p:sldMasterIdLst>
  <p:notesMasterIdLst>
    <p:notesMasterId xmlns:r="http://schemas.openxmlformats.org/officeDocument/2006/relationships" r:id="Rb602d797b0f64e52"/>
  </p:notesMasterIdLst>
  <p:sldIdLst>
    <p:sldId xmlns:r="http://schemas.openxmlformats.org/officeDocument/2006/relationships" id="256" r:id="R62d742195a804f37"/>
    <p:sldId xmlns:r="http://schemas.openxmlformats.org/officeDocument/2006/relationships" id="257" r:id="R0d0bb19250c34a2e"/>
    <p:sldId xmlns:r="http://schemas.openxmlformats.org/officeDocument/2006/relationships" id="258" r:id="Rc2787ca48dd543ff"/>
    <p:sldId xmlns:r="http://schemas.openxmlformats.org/officeDocument/2006/relationships" id="259" r:id="R5fdfba02cee6487b"/>
    <p:sldId xmlns:r="http://schemas.openxmlformats.org/officeDocument/2006/relationships" id="260" r:id="R10d81c926c014231"/>
    <p:sldId xmlns:r="http://schemas.openxmlformats.org/officeDocument/2006/relationships" id="261" r:id="Re23845cf38f44b5c"/>
    <p:sldId xmlns:r="http://schemas.openxmlformats.org/officeDocument/2006/relationships" id="262" r:id="Rfa33008caf234578"/>
    <p:sldId xmlns:r="http://schemas.openxmlformats.org/officeDocument/2006/relationships" id="263" r:id="R099804c8896446d7"/>
    <p:sldId xmlns:r="http://schemas.openxmlformats.org/officeDocument/2006/relationships" id="264" r:id="Rde1d43c0c1fb4fd8"/>
    <p:sldId xmlns:r="http://schemas.openxmlformats.org/officeDocument/2006/relationships" id="265" r:id="Rff0852f1027e4f17"/>
    <p:sldId xmlns:r="http://schemas.openxmlformats.org/officeDocument/2006/relationships" id="266" r:id="Rc50132a014e8458c"/>
    <p:sldId xmlns:r="http://schemas.openxmlformats.org/officeDocument/2006/relationships" id="267" r:id="Rc47cff3067d044f3"/>
    <p:sldId xmlns:r="http://schemas.openxmlformats.org/officeDocument/2006/relationships" id="268" r:id="rIdSonata13"/>
    <p:sldId xmlns:r="http://schemas.openxmlformats.org/officeDocument/2006/relationships" id="269" r:id="rIdSonata14"/>
    <p:sldId xmlns:r="http://schemas.openxmlformats.org/officeDocument/2006/relationships" id="270" r:id="rIdSonata15"/>
    <p:sldId xmlns:r="http://schemas.openxmlformats.org/officeDocument/2006/relationships" id="271" r:id="rIdSonata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44c8f5e76e0b4ddf" /><Relationship Type="http://schemas.openxmlformats.org/officeDocument/2006/relationships/slideMaster" Target="/ppt/slideMasters/slideMaster1.xml" Id="Rb65d3320fe944370" /><Relationship Type="http://schemas.openxmlformats.org/officeDocument/2006/relationships/notesMaster" Target="/ppt/notesMasters/notesMaster1.xml" Id="Rb602d797b0f64e52" /><Relationship Type="http://schemas.openxmlformats.org/officeDocument/2006/relationships/presProps" Target="/ppt/presProps.xml" Id="Rc25bcbb4c5a24959" /><Relationship Type="http://schemas.openxmlformats.org/officeDocument/2006/relationships/tableStyles" Target="/ppt/tableStyles.xml" Id="Rbbacc28b8d64419c" /><Relationship Type="http://schemas.openxmlformats.org/officeDocument/2006/relationships/slide" Target="/ppt/slides/slide1.xml" Id="R62d742195a804f37" /><Relationship Type="http://schemas.openxmlformats.org/officeDocument/2006/relationships/slide" Target="/ppt/slides/slide2.xml" Id="R0d0bb19250c34a2e" /><Relationship Type="http://schemas.openxmlformats.org/officeDocument/2006/relationships/slide" Target="/ppt/slides/slide3.xml" Id="Rc2787ca48dd543ff" /><Relationship Type="http://schemas.openxmlformats.org/officeDocument/2006/relationships/slide" Target="/ppt/slides/slide4.xml" Id="R5fdfba02cee6487b" /><Relationship Type="http://schemas.openxmlformats.org/officeDocument/2006/relationships/slide" Target="/ppt/slides/slide5.xml" Id="R10d81c926c014231" /><Relationship Type="http://schemas.openxmlformats.org/officeDocument/2006/relationships/slide" Target="/ppt/slides/slide6.xml" Id="Re23845cf38f44b5c" /><Relationship Type="http://schemas.openxmlformats.org/officeDocument/2006/relationships/slide" Target="/ppt/slides/slide7.xml" Id="Rfa33008caf234578" /><Relationship Type="http://schemas.openxmlformats.org/officeDocument/2006/relationships/slide" Target="/ppt/slides/slide8.xml" Id="R099804c8896446d7" /><Relationship Type="http://schemas.openxmlformats.org/officeDocument/2006/relationships/slide" Target="/ppt/slides/slide9.xml" Id="Rde1d43c0c1fb4fd8" /><Relationship Type="http://schemas.openxmlformats.org/officeDocument/2006/relationships/slide" Target="/ppt/slides/slide10.xml" Id="Rff0852f1027e4f17" /><Relationship Type="http://schemas.openxmlformats.org/officeDocument/2006/relationships/slide" Target="/ppt/slides/slide11.xml" Id="Rc50132a014e8458c" /><Relationship Type="http://schemas.openxmlformats.org/officeDocument/2006/relationships/slide" Target="/ppt/slides/slide12.xml" Id="Rc47cff3067d044f3" /><Relationship Type="http://schemas.openxmlformats.org/officeDocument/2006/relationships/slide" Target="/ppt/slides/slide13.xml" Id="rIdSonata13" /><Relationship Type="http://schemas.openxmlformats.org/officeDocument/2006/relationships/slide" Target="/ppt/slides/slide14.xml" Id="rIdSonata14" /><Relationship Type="http://schemas.openxmlformats.org/officeDocument/2006/relationships/slide" Target="/ppt/slides/slide15.xml" Id="rIdSonata15" /><Relationship Type="http://schemas.openxmlformats.org/officeDocument/2006/relationships/slide" Target="/ppt/slides/slide16.xml" Id="rIdSonata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be0740ce7842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705a559cf4c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aebf2ce1bb4cfc" /><Relationship Type="http://schemas.openxmlformats.org/officeDocument/2006/relationships/slideLayout" Target="/ppt/slideLayouts/slideLayout1.xml" Id="Re493738b132240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93738b132240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eeb6bca821ab4304" /></rel:Relationships>
</file>

<file path=ppt/slides/_rels/slide2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c9864d2c7959450e" /></rel:Relationships>
</file>

<file path=ppt/slides/_rels/slide3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f8173212f4014e0d" /><rel:Relationship Type="http://schemas.openxmlformats.org/officeDocument/2006/relationships/image" Target="/ppt/media/image.png" Id="Refa2b3ebadc3442d" /></rel:Relationships>
</file>

<file path=ppt/slides/_rels/slide4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5a0a522bc4e244a1" /></rel:Relationships>
</file>

<file path=ppt/slides/_rels/slide5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62e53432398f46de" /></rel:Relationships>
</file>

<file path=ppt/slides/_rels/slide6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62e53432398f46de" /></rel:Relationships>
</file>

<file path=ppt/slides/_rels/slide7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f7122bc7dc2b433b" /></rel:Relationships>
</file>

<file path=ppt/slides/_rels/slide8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b57af24e19b445e8" /></rel:Relationships>
</file>

<file path=ppt/slides/_rels/slide9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58ce8c6983bb4f20" /></rel:Relationships>
</file>

<file path=ppt/slides/_rels/slide10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f7122bc7dc2b433b" /></rel:Relationships>
</file>

<file path=ppt/slides/_rels/slide11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b57af24e19b445e8" /></rel:Relationships>
</file>

<file path=ppt/slides/_rels/slide12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2d8aa44a55c442f8" /></rel:Relationships>
</file>

<file path=ppt/slides/_rels/slide13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f7122bc7dc2b433b" /></rel:Relationships>
</file>

<file path=ppt/slides/_rels/slide14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62e53432398f46de" /></rel:Relationships>
</file>

<file path=ppt/slides/_rels/slide15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2d8aa44a55c442f8" /></rel:Relationships>
</file>

<file path=ppt/slides/_rels/slide16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f7122bc7dc2b433b" /></rel: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D56E6D6A-BCE1-4EBE-8BD8-E0088DBBB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4C241A15-0F9E-45DC-BC6C-0614B15B83E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58712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Hyundai Sonata 2026</a:t>
            </a:r>
          </a:p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차량 매뉴얼 RAG</a:t>
            </a:r>
          </a:p>
        </p:txBody>
      </p:sp>
      <p:sp>
        <p:nvSpPr>
          <p:cNvPr id="3" name="">
            <a:extLst>
              <a:ext uri="{FF2B5EF4-FFF2-40B4-BE49-F238E27FC236}">
                <ns2:creationId id="{8EB88F04-77F4-4F75-9F1A-C61AD1AF2EAE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25B57E79-3A3D-4A24-91C0-7B2776AA8694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AC925584-0E13-4B4F-A958-F0905AAA45CC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>
              <a:ext uri="{FF2B5EF4-FFF2-40B4-BE49-F238E27FC236}">
                <ns2:creationId id="{C496F034-7A99-4D17-B8E6-BF2859B50933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647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3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검색과 응답 품질을 개선한 개발 과정</a:t>
            </a:r>
          </a:p>
        </p:txBody>
      </p:sp>
      <p:sp>
        <p:nvSpPr>
          <p:cNvPr id="7" name="">
            <a:extLst>
              <a:ext uri="{FF2B5EF4-FFF2-40B4-BE49-F238E27FC236}">
                <ns2:creationId id="{64B8F1E1-AA44-4AFD-8FEA-9CB392838A49}"/>
              </a:ext>
            </a:extLst>
          </p:cNvPr>
          <p:cNvSpPr>
            <a:spLocks noGrp="1"/>
          </p:cNvSpPr>
          <p:nvPr/>
        </p:nvSpPr>
        <p:spPr>
          <a:xfrm>
            <a:off x="647700" y="3276600"/>
            <a:ext cx="49530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9206A93D-BE76-451F-B19D-16280A4E1522}"/>
              </a:ext>
            </a:extLst>
          </p:cNvPr>
          <p:cNvSpPr>
            <a:spLocks noGrp="1"/>
          </p:cNvSpPr>
          <p:nvPr/>
        </p:nvSpPr>
        <p:spPr>
          <a:xfrm>
            <a:off x="6858000" y="2238375"/>
            <a:ext cx="2000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57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57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검색</a:t>
            </a:r>
          </a:p>
        </p:txBody>
      </p:sp>
      <p:sp>
        <p:nvSpPr>
          <p:cNvPr id="9" name="">
            <a:extLst>
              <a:ext uri="{FF2B5EF4-FFF2-40B4-BE49-F238E27FC236}">
                <ns2:creationId id="{1F8E7E6E-8A80-48ED-9884-80B38F140A3F}"/>
              </a:ext>
            </a:extLst>
          </p:cNvPr>
          <p:cNvSpPr>
            <a:spLocks noGrp="1"/>
          </p:cNvSpPr>
          <p:nvPr/>
        </p:nvSpPr>
        <p:spPr>
          <a:xfrm>
            <a:off x="8858250" y="2390775"/>
            <a:ext cx="904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36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0" name="">
            <a:extLst>
              <a:ext uri="{FF2B5EF4-FFF2-40B4-BE49-F238E27FC236}">
                <ns2:creationId id="{ACB06C4A-019E-466A-A948-1C64F5C0A971}"/>
              </a:ext>
            </a:extLst>
          </p:cNvPr>
          <p:cNvSpPr>
            <a:spLocks noGrp="1"/>
          </p:cNvSpPr>
          <p:nvPr/>
        </p:nvSpPr>
        <p:spPr>
          <a:xfrm>
            <a:off x="9620250" y="2238375"/>
            <a:ext cx="2095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612"/>
          </a:bodyPr>
          <a:lstStyle/>
          <a:p>
            <a:pPr algn="ctr">
              <a:defRPr sz="57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57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답변</a:t>
            </a:r>
          </a:p>
        </p:txBody>
      </p:sp>
      <p:sp>
        <p:nvSpPr>
          <p:cNvPr id="11" name="">
            <a:extLst>
              <a:ext uri="{FF2B5EF4-FFF2-40B4-BE49-F238E27FC236}">
                <ns2:creationId id="{304957A6-A8E5-4376-A6CB-4A81143FBDD2}"/>
              </a:ext>
            </a:extLst>
          </p:cNvPr>
          <p:cNvSpPr>
            <a:spLocks noGrp="1"/>
          </p:cNvSpPr>
          <p:nvPr/>
        </p:nvSpPr>
        <p:spPr>
          <a:xfrm>
            <a:off x="6648450" y="320040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자연어 질문</a:t>
            </a:r>
          </a:p>
        </p:txBody>
      </p:sp>
      <p:sp>
        <p:nvSpPr>
          <p:cNvPr id="12" name="">
            <a:extLst>
              <a:ext uri="{FF2B5EF4-FFF2-40B4-BE49-F238E27FC236}">
                <ns2:creationId id="{BD163933-DDE5-4EDC-ACC8-2B80B6DA6659}"/>
              </a:ext>
            </a:extLst>
          </p:cNvPr>
          <p:cNvSpPr>
            <a:spLocks noGrp="1"/>
          </p:cNvSpPr>
          <p:nvPr/>
        </p:nvSpPr>
        <p:spPr>
          <a:xfrm>
            <a:off x="9429750" y="3200400"/>
            <a:ext cx="2428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매뉴얼 근거</a:t>
            </a:r>
          </a:p>
        </p:txBody>
      </p:sp>
      <p:sp>
        <p:nvSpPr>
          <p:cNvPr id="13" name="">
            <a:extLst>
              <a:ext uri="{FF2B5EF4-FFF2-40B4-BE49-F238E27FC236}">
                <ns2:creationId id="{18D5180E-DE92-4BE8-82BA-D194BA6BAF8F}"/>
              </a:ext>
            </a:extLst>
          </p:cNvPr>
          <p:cNvSpPr>
            <a:spLocks noGrp="1"/>
          </p:cNvSpPr>
          <p:nvPr/>
        </p:nvSpPr>
        <p:spPr>
          <a:xfrm>
            <a:off x="6686550" y="40386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Vector RAG · Hybrid 보조 검색 · Streaming</a:t>
            </a:r>
          </a:p>
        </p:txBody>
      </p:sp>
      <p:sp>
        <p:nvSpPr>
          <p:cNvPr id="14" name="">
            <a:extLst>
              <a:ext uri="{FF2B5EF4-FFF2-40B4-BE49-F238E27FC236}">
                <ns2:creationId id="{6FADC072-72FD-432F-BF39-83E5B062F15C}"/>
              </a:ext>
            </a:extLst>
          </p:cNvPr>
          <p:cNvSpPr>
            <a:spLocks noGrp="1"/>
          </p:cNvSpPr>
          <p:nvPr/>
        </p:nvSpPr>
        <p:spPr>
          <a:xfrm>
            <a:off x="647700" y="5638800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508 pages   /   947 chunks   /   955 images</a:t>
            </a:r>
          </a:p>
        </p:txBody>
      </p:sp>
    </p:spTree>
    <p:extLst>
      <p:ext uri="{BB962C8B-B14F-4D97-AF65-F5344CB8AC3E}">
        <ns3:creationId val="1015591331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DC204B6E-C510-46B4-BC7B-30E97B1A36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CD902FC3-6DB9-4E93-9C02-2F9E22105B38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긴 매뉴얼에서 필요한 근거를 찾는 문제</a:t>
            </a:r>
          </a:p>
        </p:txBody>
      </p:sp>
      <p:sp>
        <p:nvSpPr>
          <p:cNvPr id="3" name="">
            <a:extLst>
              <a:ext uri="{FF2B5EF4-FFF2-40B4-BE49-F238E27FC236}">
                <ns2:creationId id="{2F1FCEF9-3831-4A5C-8E59-8B6E6BDC1121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08290F92-1701-4E62-A432-D1B131254DAB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7107B2B5-79B2-47D8-8762-7E51613DED30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" name="">
            <a:extLst>
              <a:ext uri="{FF2B5EF4-FFF2-40B4-BE49-F238E27FC236}">
                <ns2:creationId id="{8A2191D7-DE19-4AB0-959F-3FD5573C7E1A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3143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87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87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508</a:t>
            </a:r>
          </a:p>
        </p:txBody>
      </p:sp>
      <p:sp>
        <p:nvSpPr>
          <p:cNvPr id="7" name="">
            <a:extLst>
              <a:ext uri="{FF2B5EF4-FFF2-40B4-BE49-F238E27FC236}">
                <ns2:creationId id="{A7577DBB-3282-4C7E-855F-88499260C7BC}"/>
              </a:ext>
            </a:extLst>
          </p:cNvPr>
          <p:cNvSpPr>
            <a:spLocks noGrp="1"/>
          </p:cNvSpPr>
          <p:nvPr/>
        </p:nvSpPr>
        <p:spPr>
          <a:xfrm>
            <a:off x="3762375" y="2209800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4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페이지</a:t>
            </a:r>
          </a:p>
        </p:txBody>
      </p:sp>
      <p:sp>
        <p:nvSpPr>
          <p:cNvPr id="8" name="">
            <a:extLst>
              <a:ext uri="{FF2B5EF4-FFF2-40B4-BE49-F238E27FC236}">
                <ns2:creationId id="{42E5464C-9015-4383-B87C-FF163252F10C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533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질문 표현과 매뉴얼 표현은 다를 수 있다</a:t>
            </a:r>
          </a:p>
        </p:txBody>
      </p:sp>
      <p:sp>
        <p:nvSpPr>
          <p:cNvPr id="9" name="">
            <a:extLst>
              <a:ext uri="{FF2B5EF4-FFF2-40B4-BE49-F238E27FC236}">
                <ns2:creationId id="{53729966-4C94-4D29-B37A-118846A85296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5191125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105368A7-7350-4E8C-A12A-888B27DAC64E}"/>
              </a:ext>
            </a:extLst>
          </p:cNvPr>
          <p:cNvSpPr>
            <a:spLocks noGrp="1"/>
          </p:cNvSpPr>
          <p:nvPr/>
        </p:nvSpPr>
        <p:spPr>
          <a:xfrm>
            <a:off x="6572250" y="2038350"/>
            <a:ext cx="4762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7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“엔진 번호는 차량의 어느 부위에서 확인할 수 있나요?”</a:t>
            </a:r>
          </a:p>
        </p:txBody>
      </p:sp>
      <p:sp>
        <p:nvSpPr>
          <p:cNvPr id="11" name="">
            <a:extLst>
              <a:ext uri="{FF2B5EF4-FFF2-40B4-BE49-F238E27FC236}">
                <ns2:creationId id="{B5D39F56-A812-4D04-A5E6-FFBA0B479D2D}"/>
              </a:ext>
            </a:extLst>
          </p:cNvPr>
          <p:cNvSpPr>
            <a:spLocks noGrp="1"/>
          </p:cNvSpPr>
          <p:nvPr/>
        </p:nvSpPr>
        <p:spPr>
          <a:xfrm>
            <a:off x="6572250" y="31242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자연어 질문</a:t>
            </a:r>
          </a:p>
        </p:txBody>
      </p:sp>
      <p:sp>
        <p:nvSpPr>
          <p:cNvPr id="12" name="">
            <a:extLst>
              <a:ext uri="{FF2B5EF4-FFF2-40B4-BE49-F238E27FC236}">
                <ns2:creationId id="{C88A4B4E-399A-4F43-89A5-8EB20891DB8D}"/>
              </a:ext>
            </a:extLst>
          </p:cNvPr>
          <p:cNvSpPr>
            <a:spLocks noGrp="1"/>
          </p:cNvSpPr>
          <p:nvPr/>
        </p:nvSpPr>
        <p:spPr>
          <a:xfrm>
            <a:off x="6572250" y="368617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100" b="0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→ 관련 페이지와 chunk를 검색</a:t>
            </a:r>
          </a:p>
        </p:txBody>
      </p:sp>
      <p:sp>
        <p:nvSpPr>
          <p:cNvPr id="13" name="">
            <a:extLst>
              <a:ext uri="{FF2B5EF4-FFF2-40B4-BE49-F238E27FC236}">
                <ns2:creationId id="{A36A5AD5-5651-4FD1-97D4-831E12822F98}"/>
              </a:ext>
            </a:extLst>
          </p:cNvPr>
          <p:cNvSpPr>
            <a:spLocks noGrp="1"/>
          </p:cNvSpPr>
          <p:nvPr/>
        </p:nvSpPr>
        <p:spPr>
          <a:xfrm>
            <a:off x="6572250" y="42100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100" b="0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→ 근거 기반 답변과 이미지 표시</a:t>
            </a:r>
          </a:p>
        </p:txBody>
      </p:sp>
    </p:spTree>
    <p:extLst>
      <p:ext uri="{BB962C8B-B14F-4D97-AF65-F5344CB8AC3E}">
        <ns3:creationId val="1357756470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9" name="">
            <a:extLst>
              <a:ext uri="{FF2B5EF4-FFF2-40B4-BE49-F238E27FC236}">
                <ns2:creationId id="{15FD4E09-0E2D-4D22-8E19-BA250145A1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0E1FEC27-8E14-47C6-BCE1-C605F59627E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PDF를 검색 가능한 데이터로 구성</a:t>
            </a:r>
          </a:p>
        </p:txBody>
      </p:sp>
      <p:sp>
        <p:nvSpPr>
          <p:cNvPr id="3" name="">
            <a:extLst>
              <a:ext uri="{FF2B5EF4-FFF2-40B4-BE49-F238E27FC236}">
                <ns2:creationId id="{2095FE62-487F-4826-ADF9-D2B195074C11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F506C1AE-5F8E-4DBF-AAF3-BF226F0F9681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4B830E03-AE8D-44C2-97B4-E97E140609DD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" name="">
            <a:extLst>
              <a:ext uri="{FF2B5EF4-FFF2-40B4-BE49-F238E27FC236}">
                <ns2:creationId id="{B25DAEF4-ABA6-480A-8FE6-701C0F0014E1}"/>
              </a:ext>
            </a:extLst>
          </p:cNvPr>
          <p:cNvSpPr>
            <a:spLocks noGrp="1"/>
          </p:cNvSpPr>
          <p:nvPr/>
        </p:nvSpPr>
        <p:spPr>
          <a:xfrm>
            <a:off x="723900" y="1533525"/>
            <a:ext cx="1571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46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508</a:t>
            </a:r>
          </a:p>
        </p:txBody>
      </p:sp>
      <p:sp>
        <p:nvSpPr>
          <p:cNvPr id="7" name="">
            <a:extLst>
              <a:ext uri="{FF2B5EF4-FFF2-40B4-BE49-F238E27FC236}">
                <ns2:creationId id="{9CE6FA21-B805-4D2D-82F4-09A08FD0B4C8}"/>
              </a:ext>
            </a:extLst>
          </p:cNvPr>
          <p:cNvSpPr>
            <a:spLocks noGrp="1"/>
          </p:cNvSpPr>
          <p:nvPr/>
        </p:nvSpPr>
        <p:spPr>
          <a:xfrm>
            <a:off x="723900" y="2238375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PDF pages</a:t>
            </a:r>
          </a:p>
        </p:txBody>
      </p:sp>
      <p:sp>
        <p:nvSpPr>
          <p:cNvPr id="8" name="">
            <a:extLst>
              <a:ext uri="{FF2B5EF4-FFF2-40B4-BE49-F238E27FC236}">
                <ns2:creationId id="{5DA67715-C74B-4D98-A05A-66B4CF60F3D1}"/>
              </a:ext>
            </a:extLst>
          </p:cNvPr>
          <p:cNvSpPr>
            <a:spLocks noGrp="1"/>
          </p:cNvSpPr>
          <p:nvPr/>
        </p:nvSpPr>
        <p:spPr>
          <a:xfrm>
            <a:off x="2428875" y="1533525"/>
            <a:ext cx="2095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9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508 / 508</a:t>
            </a:r>
          </a:p>
        </p:txBody>
      </p:sp>
      <p:sp>
        <p:nvSpPr>
          <p:cNvPr id="9" name="">
            <a:extLst>
              <a:ext uri="{FF2B5EF4-FFF2-40B4-BE49-F238E27FC236}">
                <ns2:creationId id="{A26E946B-E19A-46B4-9437-9CEBF16632E6}"/>
              </a:ext>
            </a:extLst>
          </p:cNvPr>
          <p:cNvSpPr>
            <a:spLocks noGrp="1"/>
          </p:cNvSpPr>
          <p:nvPr/>
        </p:nvSpPr>
        <p:spPr>
          <a:xfrm>
            <a:off x="2428875" y="223837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텍스트 추출 성공</a:t>
            </a:r>
          </a:p>
        </p:txBody>
      </p:sp>
      <p:sp>
        <p:nvSpPr>
          <p:cNvPr id="10" name="">
            <a:extLst>
              <a:ext uri="{FF2B5EF4-FFF2-40B4-BE49-F238E27FC236}">
                <ns2:creationId id="{B8E50D8C-AA29-4AAC-82FD-99C745EA8BEB}"/>
              </a:ext>
            </a:extLst>
          </p:cNvPr>
          <p:cNvSpPr>
            <a:spLocks noGrp="1"/>
          </p:cNvSpPr>
          <p:nvPr/>
        </p:nvSpPr>
        <p:spPr>
          <a:xfrm>
            <a:off x="4686300" y="1533525"/>
            <a:ext cx="1571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465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947</a:t>
            </a:r>
          </a:p>
        </p:txBody>
      </p:sp>
      <p:sp>
        <p:nvSpPr>
          <p:cNvPr id="11" name="">
            <a:extLst>
              <a:ext uri="{FF2B5EF4-FFF2-40B4-BE49-F238E27FC236}">
                <ns2:creationId id="{79E74794-9D06-4FBA-B01D-277D0CDB3245}"/>
              </a:ext>
            </a:extLst>
          </p:cNvPr>
          <p:cNvSpPr>
            <a:spLocks noGrp="1"/>
          </p:cNvSpPr>
          <p:nvPr/>
        </p:nvSpPr>
        <p:spPr>
          <a:xfrm>
            <a:off x="4686300" y="2238375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chunks</a:t>
            </a:r>
          </a:p>
        </p:txBody>
      </p:sp>
      <p:sp>
        <p:nvSpPr>
          <p:cNvPr id="12" name="">
            <a:extLst>
              <a:ext uri="{FF2B5EF4-FFF2-40B4-BE49-F238E27FC236}">
                <ns2:creationId id="{BD9C58F9-10C6-497C-9CAF-062427BFE21B}"/>
              </a:ext>
            </a:extLst>
          </p:cNvPr>
          <p:cNvSpPr>
            <a:spLocks noGrp="1"/>
          </p:cNvSpPr>
          <p:nvPr/>
        </p:nvSpPr>
        <p:spPr>
          <a:xfrm>
            <a:off x="6457950" y="1533525"/>
            <a:ext cx="1571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4650" b="1">
                <a:solidFill>
                  <a:srgbClr val="D87527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D87527"/>
                </a:solidFill>
                <a:latin typeface="Noto Sans KR"/>
                <a:ea typeface="Noto Sans KR"/>
                <a:cs typeface="Noto Sans KR"/>
              </a:rPr>
              <a:t>955</a:t>
            </a:r>
          </a:p>
        </p:txBody>
      </p:sp>
      <p:sp>
        <p:nvSpPr>
          <p:cNvPr id="13" name="">
            <a:extLst>
              <a:ext uri="{FF2B5EF4-FFF2-40B4-BE49-F238E27FC236}">
                <ns2:creationId id="{F5DD4936-3A1F-4F41-93AA-87428D32DFFF}"/>
              </a:ext>
            </a:extLst>
          </p:cNvPr>
          <p:cNvSpPr>
            <a:spLocks noGrp="1"/>
          </p:cNvSpPr>
          <p:nvPr/>
        </p:nvSpPr>
        <p:spPr>
          <a:xfrm>
            <a:off x="6457950" y="2238375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images</a:t>
            </a:r>
          </a:p>
        </p:txBody>
      </p:sp>
      <p:pic>
        <p:nvPicPr>
          <p:cNvPr id="32" name=""/>
          <p:cNvPicPr>
            <a:picLocks noChangeAspect="1"/>
          </p:cNvPicPr>
          <p:nvPr/>
        </p:nvPicPr>
        <p:blipFill>
          <a:blip r:embed="Refa2b3ebadc3442d"/>
          <a:stretch/>
        </p:blipFill>
        <p:spPr>
          <a:xfrm>
            <a:off x="1138238" y="2857500"/>
            <a:ext cx="5476875" cy="3095625"/>
          </a:xfrm>
          <a:prstGeom prst="rect">
            <a:avLst/>
          </a:prstGeom>
        </p:spPr>
      </p:pic>
      <p:sp>
        <p:nvSpPr>
          <p:cNvPr id="15" name="">
            <a:extLst>
              <a:ext uri="{FF2B5EF4-FFF2-40B4-BE49-F238E27FC236}">
                <ns2:creationId id="{D2674873-7611-4E25-A748-FE85773DC82E}"/>
              </a:ext>
            </a:extLst>
          </p:cNvPr>
          <p:cNvSpPr>
            <a:spLocks noGrp="1"/>
          </p:cNvSpPr>
          <p:nvPr/>
        </p:nvSpPr>
        <p:spPr>
          <a:xfrm>
            <a:off x="7715250" y="31623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검색 단위</a:t>
            </a:r>
          </a:p>
        </p:txBody>
      </p:sp>
      <p:sp>
        <p:nvSpPr>
          <p:cNvPr id="16" name="">
            <a:extLst>
              <a:ext uri="{FF2B5EF4-FFF2-40B4-BE49-F238E27FC236}">
                <ns2:creationId id="{236214FC-8759-4EA2-853E-CE85648270F2}"/>
              </a:ext>
            </a:extLst>
          </p:cNvPr>
          <p:cNvSpPr>
            <a:spLocks noGrp="1"/>
          </p:cNvSpPr>
          <p:nvPr/>
        </p:nvSpPr>
        <p:spPr>
          <a:xfrm>
            <a:off x="7715250" y="3581400"/>
            <a:ext cx="3333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525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텍스트</a:t>
            </a:r>
          </a:p>
        </p:txBody>
      </p:sp>
      <p:sp>
        <p:nvSpPr>
          <p:cNvPr id="17" name="">
            <a:extLst>
              <a:ext uri="{FF2B5EF4-FFF2-40B4-BE49-F238E27FC236}">
                <ns2:creationId id="{4CDFCF72-4C8D-4612-AF6E-45F818807EFF}"/>
              </a:ext>
            </a:extLst>
          </p:cNvPr>
          <p:cNvSpPr>
            <a:spLocks noGrp="1"/>
          </p:cNvSpPr>
          <p:nvPr/>
        </p:nvSpPr>
        <p:spPr>
          <a:xfrm>
            <a:off x="7715250" y="442912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1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page / chunk / image</a:t>
            </a:r>
          </a:p>
        </p:txBody>
      </p:sp>
      <p:sp>
        <p:nvSpPr>
          <p:cNvPr id="18" name="">
            <a:extLst>
              <a:ext uri="{FF2B5EF4-FFF2-40B4-BE49-F238E27FC236}">
                <ns2:creationId id="{15477C4D-7DE8-4BB0-A15F-CACF7D71AEB6}"/>
              </a:ext>
            </a:extLst>
          </p:cNvPr>
          <p:cNvSpPr>
            <a:spLocks noGrp="1"/>
          </p:cNvSpPr>
          <p:nvPr/>
        </p:nvSpPr>
        <p:spPr>
          <a:xfrm>
            <a:off x="7715250" y="5095875"/>
            <a:ext cx="3619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텍스트 chunk와 이미지 정보를 분리해 저장</a:t>
            </a:r>
          </a:p>
          <a:p>
            <a:pPr algn="l">
              <a:defRPr sz="16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</p:spTree>
    <p:extLst>
      <p:ext uri="{BB962C8B-B14F-4D97-AF65-F5344CB8AC3E}">
        <ns4:creationId val="1428333169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1" name="">
            <a:extLst>
              <a:ext uri="{FF2B5EF4-FFF2-40B4-BE49-F238E27FC236}">
                <ns2:creationId id="{CE4FBC39-DAB8-49F1-ADEA-02D4BB8A08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6578BEB8-EB84-4B73-B47D-1E8BE282D24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초기 Vector RAG: 질문에서 답변까지</a:t>
            </a:r>
          </a:p>
        </p:txBody>
      </p:sp>
      <p:sp>
        <p:nvSpPr>
          <p:cNvPr id="3" name="">
            <a:extLst>
              <a:ext uri="{FF2B5EF4-FFF2-40B4-BE49-F238E27FC236}">
                <ns2:creationId id="{1D7BC4FE-3325-468A-9788-D7EC794F84CC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85446912-BE91-466A-8B82-6B239C03CB0C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5DBDD219-2D03-441E-A2EE-5C2AEF96E3DA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6" name="">
            <a:extLst>
              <a:ext uri="{FF2B5EF4-FFF2-40B4-BE49-F238E27FC236}">
                <ns2:creationId id="{1D5507F6-BA7B-46ED-B4C3-A76ACE4D4CD0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적재</a:t>
            </a:r>
          </a:p>
        </p:txBody>
      </p:sp>
      <p:sp>
        <p:nvSpPr>
          <p:cNvPr id="7" name="">
            <a:extLst>
              <a:ext uri="{FF2B5EF4-FFF2-40B4-BE49-F238E27FC236}">
                <ns2:creationId id="{C6CCA6C4-9C6F-41D0-81C3-FC61477ED1B4}"/>
              </a:ext>
            </a:extLst>
          </p:cNvPr>
          <p:cNvSpPr>
            <a:spLocks noGrp="1"/>
          </p:cNvSpPr>
          <p:nvPr/>
        </p:nvSpPr>
        <p:spPr>
          <a:xfrm>
            <a:off x="685800" y="1838325"/>
            <a:ext cx="10839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PDF page text  →  chunk 800 / overlap 150  →  text-embedding-3-small  →  PostgreSQL + pgvector</a:t>
            </a:r>
          </a:p>
        </p:txBody>
      </p:sp>
      <p:sp>
        <p:nvSpPr>
          <p:cNvPr id="8" name="">
            <a:extLst>
              <a:ext uri="{FF2B5EF4-FFF2-40B4-BE49-F238E27FC236}">
                <ns2:creationId id="{E7B4DA24-DA47-43BE-B012-ACA408762DD9}"/>
              </a:ext>
            </a:extLst>
          </p:cNvPr>
          <p:cNvSpPr>
            <a:spLocks noGrp="1"/>
          </p:cNvSpPr>
          <p:nvPr/>
        </p:nvSpPr>
        <p:spPr>
          <a:xfrm>
            <a:off x="685800" y="2390775"/>
            <a:ext cx="108204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FB85D580-C10B-4DD5-BBC4-ABC8E7F1389D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질문·답변</a:t>
            </a:r>
          </a:p>
        </p:txBody>
      </p:sp>
      <p:sp>
        <p:nvSpPr>
          <p:cNvPr id="10" name="">
            <a:extLst>
              <a:ext uri="{FF2B5EF4-FFF2-40B4-BE49-F238E27FC236}">
                <ns2:creationId id="{2AC799EA-3891-4A58-B431-3384C9DFC51B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1476375" cy="12001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A37FC83B-AB8E-4068-800D-66229226CBBC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66675" cy="120015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6194A200-8B19-4E85-8AD3-D071466F77E8}"/>
              </a:ext>
            </a:extLst>
          </p:cNvPr>
          <p:cNvSpPr>
            <a:spLocks noGrp="1"/>
          </p:cNvSpPr>
          <p:nvPr/>
        </p:nvSpPr>
        <p:spPr>
          <a:xfrm>
            <a:off x="838200" y="3505200"/>
            <a:ext cx="1171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질문</a:t>
            </a:r>
          </a:p>
        </p:txBody>
      </p:sp>
      <p:sp>
        <p:nvSpPr>
          <p:cNvPr id="13" name="">
            <a:extLst>
              <a:ext uri="{FF2B5EF4-FFF2-40B4-BE49-F238E27FC236}">
                <ns2:creationId id="{BF1B8382-271F-45C5-AA7E-82710441F674}"/>
              </a:ext>
            </a:extLst>
          </p:cNvPr>
          <p:cNvSpPr>
            <a:spLocks noGrp="1"/>
          </p:cNvSpPr>
          <p:nvPr/>
        </p:nvSpPr>
        <p:spPr>
          <a:xfrm>
            <a:off x="838200" y="3829050"/>
            <a:ext cx="1171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자연어</a:t>
            </a:r>
          </a:p>
        </p:txBody>
      </p:sp>
      <p:sp>
        <p:nvSpPr>
          <p:cNvPr id="14" name="">
            <a:extLst>
              <a:ext uri="{FF2B5EF4-FFF2-40B4-BE49-F238E27FC236}">
                <ns2:creationId id="{72BA6EB8-957B-40E8-99D2-85E6E495901D}"/>
              </a:ext>
            </a:extLst>
          </p:cNvPr>
          <p:cNvSpPr>
            <a:spLocks noGrp="1"/>
          </p:cNvSpPr>
          <p:nvPr/>
        </p:nvSpPr>
        <p:spPr>
          <a:xfrm>
            <a:off x="2200275" y="3800475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8D4E9DD7-1DE3-4391-BC9B-E3708FD3BC7F}"/>
              </a:ext>
            </a:extLst>
          </p:cNvPr>
          <p:cNvSpPr>
            <a:spLocks noGrp="1"/>
          </p:cNvSpPr>
          <p:nvPr/>
        </p:nvSpPr>
        <p:spPr>
          <a:xfrm>
            <a:off x="2552700" y="3333750"/>
            <a:ext cx="1476375" cy="12001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702E7782-92B3-48E1-BEFC-56E9F374AF7A}"/>
              </a:ext>
            </a:extLst>
          </p:cNvPr>
          <p:cNvSpPr>
            <a:spLocks noGrp="1"/>
          </p:cNvSpPr>
          <p:nvPr/>
        </p:nvSpPr>
        <p:spPr>
          <a:xfrm>
            <a:off x="2552700" y="3333750"/>
            <a:ext cx="66675" cy="120015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85D26269-6305-4B82-8C66-1D757BFB2DD7}"/>
              </a:ext>
            </a:extLst>
          </p:cNvPr>
          <p:cNvSpPr>
            <a:spLocks noGrp="1"/>
          </p:cNvSpPr>
          <p:nvPr/>
        </p:nvSpPr>
        <p:spPr>
          <a:xfrm>
            <a:off x="2724150" y="3505200"/>
            <a:ext cx="1171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Embedding</a:t>
            </a:r>
          </a:p>
        </p:txBody>
      </p:sp>
      <p:sp>
        <p:nvSpPr>
          <p:cNvPr id="18" name="">
            <a:extLst>
              <a:ext uri="{FF2B5EF4-FFF2-40B4-BE49-F238E27FC236}">
                <ns2:creationId id="{999DEC0E-4BAE-4F72-8FAB-CEC14920915B}"/>
              </a:ext>
            </a:extLst>
          </p:cNvPr>
          <p:cNvSpPr>
            <a:spLocks noGrp="1"/>
          </p:cNvSpPr>
          <p:nvPr/>
        </p:nvSpPr>
        <p:spPr>
          <a:xfrm>
            <a:off x="2724150" y="3829050"/>
            <a:ext cx="1171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1536차원</a:t>
            </a:r>
          </a:p>
        </p:txBody>
      </p:sp>
      <p:sp>
        <p:nvSpPr>
          <p:cNvPr id="19" name="">
            <a:extLst>
              <a:ext uri="{FF2B5EF4-FFF2-40B4-BE49-F238E27FC236}">
                <ns2:creationId id="{A3A826B6-7372-4ACB-80C1-A4D9CD94E6C4}"/>
              </a:ext>
            </a:extLst>
          </p:cNvPr>
          <p:cNvSpPr>
            <a:spLocks noGrp="1"/>
          </p:cNvSpPr>
          <p:nvPr/>
        </p:nvSpPr>
        <p:spPr>
          <a:xfrm>
            <a:off x="4086225" y="3800475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DB0F48D2-A9AD-47BF-8148-F62841682C59}"/>
              </a:ext>
            </a:extLst>
          </p:cNvPr>
          <p:cNvSpPr>
            <a:spLocks noGrp="1"/>
          </p:cNvSpPr>
          <p:nvPr/>
        </p:nvSpPr>
        <p:spPr>
          <a:xfrm>
            <a:off x="4438650" y="3333750"/>
            <a:ext cx="1476375" cy="12001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8808B679-C8F7-4A89-9137-F80059A5B795}"/>
              </a:ext>
            </a:extLst>
          </p:cNvPr>
          <p:cNvSpPr>
            <a:spLocks noGrp="1"/>
          </p:cNvSpPr>
          <p:nvPr/>
        </p:nvSpPr>
        <p:spPr>
          <a:xfrm>
            <a:off x="4438650" y="3333750"/>
            <a:ext cx="66675" cy="1200150"/>
          </a:xfrm>
          <a:prstGeom prst="rect">
            <a:avLst/>
          </a:prstGeom>
          <a:solidFill>
            <a:srgbClr val="008A91"/>
          </a:solidFill>
          <a:ln w="0">
            <a:noFill/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770FC91B-6D09-406E-B62B-CD20F9FA4BE3}"/>
              </a:ext>
            </a:extLst>
          </p:cNvPr>
          <p:cNvSpPr>
            <a:spLocks noGrp="1"/>
          </p:cNvSpPr>
          <p:nvPr/>
        </p:nvSpPr>
        <p:spPr>
          <a:xfrm>
            <a:off x="4610100" y="3505200"/>
            <a:ext cx="1171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Vector 검색</a:t>
            </a:r>
          </a:p>
        </p:txBody>
      </p:sp>
      <p:sp>
        <p:nvSpPr>
          <p:cNvPr id="23" name="">
            <a:extLst>
              <a:ext uri="{FF2B5EF4-FFF2-40B4-BE49-F238E27FC236}">
                <ns2:creationId id="{3E7C01E2-C336-42DD-8E90-76E69E458C64}"/>
              </a:ext>
            </a:extLst>
          </p:cNvPr>
          <p:cNvSpPr>
            <a:spLocks noGrp="1"/>
          </p:cNvSpPr>
          <p:nvPr/>
        </p:nvSpPr>
        <p:spPr>
          <a:xfrm>
            <a:off x="4610100" y="3829050"/>
            <a:ext cx="1171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&lt;=&gt; cosine</a:t>
            </a:r>
          </a:p>
        </p:txBody>
      </p:sp>
      <p:sp>
        <p:nvSpPr>
          <p:cNvPr id="24" name="">
            <a:extLst>
              <a:ext uri="{FF2B5EF4-FFF2-40B4-BE49-F238E27FC236}">
                <ns2:creationId id="{6A04006C-A8C2-45C3-8A37-16D6DDDDBFE1}"/>
              </a:ext>
            </a:extLst>
          </p:cNvPr>
          <p:cNvSpPr>
            <a:spLocks noGrp="1"/>
          </p:cNvSpPr>
          <p:nvPr/>
        </p:nvSpPr>
        <p:spPr>
          <a:xfrm>
            <a:off x="5972175" y="3800475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11E43AC3-85C0-4C6B-81B9-981E7DA984A1}"/>
              </a:ext>
            </a:extLst>
          </p:cNvPr>
          <p:cNvSpPr>
            <a:spLocks noGrp="1"/>
          </p:cNvSpPr>
          <p:nvPr/>
        </p:nvSpPr>
        <p:spPr>
          <a:xfrm>
            <a:off x="6324600" y="3333750"/>
            <a:ext cx="1476375" cy="12001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3CB56940-8FBD-484D-93C4-31164FA00FB5}"/>
              </a:ext>
            </a:extLst>
          </p:cNvPr>
          <p:cNvSpPr>
            <a:spLocks noGrp="1"/>
          </p:cNvSpPr>
          <p:nvPr/>
        </p:nvSpPr>
        <p:spPr>
          <a:xfrm>
            <a:off x="6324600" y="3333750"/>
            <a:ext cx="66675" cy="120015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F3093CAD-D6CD-470E-8341-98F0FF878546}"/>
              </a:ext>
            </a:extLst>
          </p:cNvPr>
          <p:cNvSpPr>
            <a:spLocks noGrp="1"/>
          </p:cNvSpPr>
          <p:nvPr/>
        </p:nvSpPr>
        <p:spPr>
          <a:xfrm>
            <a:off x="6496050" y="3505200"/>
            <a:ext cx="1171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근거 chunk</a:t>
            </a:r>
          </a:p>
        </p:txBody>
      </p:sp>
      <p:sp>
        <p:nvSpPr>
          <p:cNvPr id="28" name="">
            <a:extLst>
              <a:ext uri="{FF2B5EF4-FFF2-40B4-BE49-F238E27FC236}">
                <ns2:creationId id="{74221C71-501E-469F-B419-C16FC4198545}"/>
              </a:ext>
            </a:extLst>
          </p:cNvPr>
          <p:cNvSpPr>
            <a:spLocks noGrp="1"/>
          </p:cNvSpPr>
          <p:nvPr/>
        </p:nvSpPr>
        <p:spPr>
          <a:xfrm>
            <a:off x="6496050" y="3829050"/>
            <a:ext cx="1171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Top-K</a:t>
            </a:r>
          </a:p>
        </p:txBody>
      </p:sp>
      <p:sp>
        <p:nvSpPr>
          <p:cNvPr id="29" name="">
            <a:extLst>
              <a:ext uri="{FF2B5EF4-FFF2-40B4-BE49-F238E27FC236}">
                <ns2:creationId id="{E2CAAE08-548F-4C70-BEBA-563BBB255508}"/>
              </a:ext>
            </a:extLst>
          </p:cNvPr>
          <p:cNvSpPr>
            <a:spLocks noGrp="1"/>
          </p:cNvSpPr>
          <p:nvPr/>
        </p:nvSpPr>
        <p:spPr>
          <a:xfrm>
            <a:off x="7858125" y="3800475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21AAF541-B6F9-4C9C-8C2C-452AC108D027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1476375" cy="12001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4D875D09-78BF-4A3F-88F1-97708928D714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66675" cy="120015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AA67CC2F-D677-4AB3-97CC-EBF4AA1C1282}"/>
              </a:ext>
            </a:extLst>
          </p:cNvPr>
          <p:cNvSpPr>
            <a:spLocks noGrp="1"/>
          </p:cNvSpPr>
          <p:nvPr/>
        </p:nvSpPr>
        <p:spPr>
          <a:xfrm>
            <a:off x="8382000" y="3505200"/>
            <a:ext cx="1171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LLM</a:t>
            </a:r>
          </a:p>
        </p:txBody>
      </p:sp>
      <p:sp>
        <p:nvSpPr>
          <p:cNvPr id="33" name="">
            <a:extLst>
              <a:ext uri="{FF2B5EF4-FFF2-40B4-BE49-F238E27FC236}">
                <ns2:creationId id="{A0BA0C20-15D4-4B25-87F1-43918CB5FBC4}"/>
              </a:ext>
            </a:extLst>
          </p:cNvPr>
          <p:cNvSpPr>
            <a:spLocks noGrp="1"/>
          </p:cNvSpPr>
          <p:nvPr/>
        </p:nvSpPr>
        <p:spPr>
          <a:xfrm>
            <a:off x="8382000" y="3829050"/>
            <a:ext cx="1171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근거 기반</a:t>
            </a:r>
          </a:p>
        </p:txBody>
      </p:sp>
      <p:sp>
        <p:nvSpPr>
          <p:cNvPr id="34" name="">
            <a:extLst>
              <a:ext uri="{FF2B5EF4-FFF2-40B4-BE49-F238E27FC236}">
                <ns2:creationId id="{7F745D15-0F41-4295-A74D-58D68F8DA064}"/>
              </a:ext>
            </a:extLst>
          </p:cNvPr>
          <p:cNvSpPr>
            <a:spLocks noGrp="1"/>
          </p:cNvSpPr>
          <p:nvPr/>
        </p:nvSpPr>
        <p:spPr>
          <a:xfrm>
            <a:off x="9744075" y="3800475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35" name="">
            <a:extLst>
              <a:ext uri="{FF2B5EF4-FFF2-40B4-BE49-F238E27FC236}">
                <ns2:creationId id="{BFC8A2CA-7022-4D0F-A6E0-F9DE4387E30A}"/>
              </a:ext>
            </a:extLst>
          </p:cNvPr>
          <p:cNvSpPr>
            <a:spLocks noGrp="1"/>
          </p:cNvSpPr>
          <p:nvPr/>
        </p:nvSpPr>
        <p:spPr>
          <a:xfrm>
            <a:off x="10096500" y="3333750"/>
            <a:ext cx="1476375" cy="12001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F8656E6B-898C-46C1-AF78-8C320153E9EE}"/>
              </a:ext>
            </a:extLst>
          </p:cNvPr>
          <p:cNvSpPr>
            <a:spLocks noGrp="1"/>
          </p:cNvSpPr>
          <p:nvPr/>
        </p:nvSpPr>
        <p:spPr>
          <a:xfrm>
            <a:off x="10096500" y="3333750"/>
            <a:ext cx="66675" cy="120015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37" name="">
            <a:extLst>
              <a:ext uri="{FF2B5EF4-FFF2-40B4-BE49-F238E27FC236}">
                <ns2:creationId id="{072368EF-83DC-4E84-9C75-3F6466223830}"/>
              </a:ext>
            </a:extLst>
          </p:cNvPr>
          <p:cNvSpPr>
            <a:spLocks noGrp="1"/>
          </p:cNvSpPr>
          <p:nvPr/>
        </p:nvSpPr>
        <p:spPr>
          <a:xfrm>
            <a:off x="10267950" y="3505200"/>
            <a:ext cx="1171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Streamlit</a:t>
            </a:r>
          </a:p>
        </p:txBody>
      </p:sp>
      <p:sp>
        <p:nvSpPr>
          <p:cNvPr id="38" name="">
            <a:extLst>
              <a:ext uri="{FF2B5EF4-FFF2-40B4-BE49-F238E27FC236}">
                <ns2:creationId id="{E33BEFB9-BF3A-4DFC-99A9-95F04E7F696F}"/>
              </a:ext>
            </a:extLst>
          </p:cNvPr>
          <p:cNvSpPr>
            <a:spLocks noGrp="1"/>
          </p:cNvSpPr>
          <p:nvPr/>
        </p:nvSpPr>
        <p:spPr>
          <a:xfrm>
            <a:off x="10267950" y="3829050"/>
            <a:ext cx="1171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답변 표시</a:t>
            </a:r>
          </a:p>
        </p:txBody>
      </p:sp>
      <p:sp>
        <p:nvSpPr>
          <p:cNvPr id="39" name="">
            <a:extLst>
              <a:ext uri="{FF2B5EF4-FFF2-40B4-BE49-F238E27FC236}">
                <ns2:creationId id="{9E5AE7BC-456A-40A2-BBBE-9C01EE2064E2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Embedding과 pgvector로 Top-K 근거를 찾는 초기 구조</a:t>
            </a:r>
          </a:p>
        </p:txBody>
      </p:sp>
      <p:sp>
        <p:nvSpPr>
          <p:cNvPr id="40" name="">
            <a:extLst>
              <a:ext uri="{FF2B5EF4-FFF2-40B4-BE49-F238E27FC236}">
                <ns2:creationId id="{0B951415-37D1-4388-A1A0-E26D93D4C859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실제 평가에서 Vector 검색의 miss를 발견</a:t>
            </a:r>
          </a:p>
        </p:txBody>
      </p:sp>
    </p:spTree>
    <p:extLst>
      <p:ext uri="{BB962C8B-B14F-4D97-AF65-F5344CB8AC3E}">
        <ns3:creationId val="1894248681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516739E4-4923-4D40-AADE-D17002A853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F7F1D7EE-F296-46C7-A580-FF00967A642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Retrieval-only 평가에서 초기 검색 빈틈 확인</a:t>
            </a:r>
          </a:p>
        </p:txBody>
      </p:sp>
      <p:sp>
        <p:nvSpPr>
          <p:cNvPr id="3" name="">
            <a:extLst>
              <a:ext uri="{FF2B5EF4-FFF2-40B4-BE49-F238E27FC236}">
                <ns2:creationId id="{280B1A5E-69D1-4633-962B-5B5A4D136E3F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216E7D7B-F74C-4C0B-8D26-40B24938569F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A08C0FA7-6C97-4C29-94AE-115333212146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6" name="">
            <a:extLst>
              <a:ext uri="{FF2B5EF4-FFF2-40B4-BE49-F238E27FC236}">
                <ns2:creationId id="{CE76AB8C-4C80-4428-A862-E5D2C79B3C1B}"/>
              </a:ext>
            </a:extLst>
          </p:cNvPr>
          <p:cNvSpPr>
            <a:spLocks noGrp="1"/>
          </p:cNvSpPr>
          <p:nvPr/>
        </p:nvSpPr>
        <p:spPr>
          <a:xfrm>
            <a:off x="685800" y="15525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공식 Retrieval-only</a:t>
            </a:r>
          </a:p>
        </p:txBody>
      </p:sp>
      <p:sp>
        <p:nvSpPr>
          <p:cNvPr id="7" name="">
            <a:extLst>
              <a:ext uri="{FF2B5EF4-FFF2-40B4-BE49-F238E27FC236}">
                <ns2:creationId id="{53C32EF9-C38F-493C-86F9-F5CDF416A8B5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4953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33"/>
          </a:bodyPr>
          <a:lstStyle/>
          <a:p>
            <a:pPr algn="l">
              <a:defRPr sz="7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81.8%</a:t>
            </a:r>
          </a:p>
        </p:txBody>
      </p:sp>
      <p:sp>
        <p:nvSpPr>
          <p:cNvPr id="8" name="">
            <a:extLst>
              <a:ext uri="{FF2B5EF4-FFF2-40B4-BE49-F238E27FC236}">
                <ns2:creationId id="{272272B2-404F-452B-A5C1-1BD2E1DE9D23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Hit@5   9 / 11</a:t>
            </a:r>
          </a:p>
        </p:txBody>
      </p:sp>
      <p:sp>
        <p:nvSpPr>
          <p:cNvPr id="9" name="">
            <a:extLst>
              <a:ext uri="{FF2B5EF4-FFF2-40B4-BE49-F238E27FC236}">
                <ns2:creationId id="{B960CA79-48F2-47B8-BB2C-7C4D7C86F26B}"/>
              </a:ext>
            </a:extLst>
          </p:cNvPr>
          <p:cNvSpPr>
            <a:spLocks noGrp="1"/>
          </p:cNvSpPr>
          <p:nvPr/>
        </p:nvSpPr>
        <p:spPr>
          <a:xfrm>
            <a:off x="6096000" y="1733550"/>
            <a:ext cx="19050" cy="37147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4364758B-B97B-41C6-9D40-557336692AAB}"/>
              </a:ext>
            </a:extLst>
          </p:cNvPr>
          <p:cNvSpPr>
            <a:spLocks noGrp="1"/>
          </p:cNvSpPr>
          <p:nvPr/>
        </p:nvSpPr>
        <p:spPr>
          <a:xfrm>
            <a:off x="6686550" y="2209800"/>
            <a:ext cx="4476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017"/>
          </a:bodyPr>
          <a:lstStyle/>
          <a:p>
            <a:pPr algn="l">
              <a:defRPr sz="585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0.5333</a:t>
            </a:r>
          </a:p>
        </p:txBody>
      </p:sp>
      <p:sp>
        <p:nvSpPr>
          <p:cNvPr id="11" name="">
            <a:extLst>
              <a:ext uri="{FF2B5EF4-FFF2-40B4-BE49-F238E27FC236}">
                <ns2:creationId id="{71D778AA-A533-4AA4-A90F-A1FC2AA584ED}"/>
              </a:ext>
            </a:extLst>
          </p:cNvPr>
          <p:cNvSpPr>
            <a:spLocks noGrp="1"/>
          </p:cNvSpPr>
          <p:nvPr/>
        </p:nvSpPr>
        <p:spPr>
          <a:xfrm>
            <a:off x="6762750" y="316230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MRR@5</a:t>
            </a:r>
          </a:p>
        </p:txBody>
      </p:sp>
      <p:sp>
        <p:nvSpPr>
          <p:cNvPr id="12" name="">
            <a:extLst>
              <a:ext uri="{FF2B5EF4-FFF2-40B4-BE49-F238E27FC236}">
                <ns2:creationId id="{F5B89352-8E81-45ED-9C21-3521CC94C9D1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11문항 · 독립 query 검색</a:t>
            </a:r>
          </a:p>
        </p:txBody>
      </p:sp>
      <p:sp>
        <p:nvSpPr>
          <p:cNvPr id="13" name="">
            <a:extLst>
              <a:ext uri="{FF2B5EF4-FFF2-40B4-BE49-F238E27FC236}">
                <ns2:creationId id="{ABED0CA1-C71F-452C-BAC0-54B30EBA068C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Top-5 밖: M6-05 (rank 6) · M6-11 (rank 10)</a:t>
            </a:r>
          </a:p>
        </p:txBody>
      </p:sp>
      <p:sp>
        <p:nvSpPr>
          <p:cNvPr id="14" name="">
            <a:extLst>
              <a:ext uri="{FF2B5EF4-FFF2-40B4-BE49-F238E27FC236}">
                <ns2:creationId id="{98C93DEC-8C2E-4B8F-9FDC-F48B75B42FEE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885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실제 UI E2E 관찰과 평가 경로 분리</a:t>
            </a:r>
          </a:p>
        </p:txBody>
      </p:sp>
    </p:spTree>
    <p:extLst>
      <p:ext uri="{BB962C8B-B14F-4D97-AF65-F5344CB8AC3E}">
        <ns3:creationId val="511292023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516739E4-4923-4D40-AADE-D17002A853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F7F1D7EE-F296-46C7-A580-FF00967A642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Vector 검색의 Top-5 miss 사례</a:t>
            </a:r>
          </a:p>
        </p:txBody>
      </p:sp>
      <p:sp>
        <p:nvSpPr>
          <p:cNvPr id="3" name="">
            <a:extLst>
              <a:ext uri="{FF2B5EF4-FFF2-40B4-BE49-F238E27FC236}">
                <ns2:creationId id="{280B1A5E-69D1-4633-962B-5B5A4D136E3F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216E7D7B-F74C-4C0B-8D26-40B24938569F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A08C0FA7-6C97-4C29-94AE-115333212146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6" name="">
            <a:extLst>
              <a:ext uri="{FF2B5EF4-FFF2-40B4-BE49-F238E27FC236}">
                <ns2:creationId id="{CE76AB8C-4C80-4428-A862-E5D2C79B3C1B}"/>
              </a:ext>
            </a:extLst>
          </p:cNvPr>
          <p:cNvSpPr>
            <a:spLocks noGrp="1"/>
          </p:cNvSpPr>
          <p:nvPr/>
        </p:nvSpPr>
        <p:spPr>
          <a:xfrm>
            <a:off x="685800" y="15525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Vector Top-5 miss</a:t>
            </a:r>
          </a:p>
        </p:txBody>
      </p:sp>
      <p:sp>
        <p:nvSpPr>
          <p:cNvPr id="7" name="">
            <a:extLst>
              <a:ext uri="{FF2B5EF4-FFF2-40B4-BE49-F238E27FC236}">
                <ns2:creationId id="{53C32EF9-C38F-493C-86F9-F5CDF416A8B5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4953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33"/>
          </a:bodyPr>
          <a:lstStyle/>
          <a:p>
            <a:pPr algn="l">
              <a:defRPr sz="7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6위</a:t>
            </a:r>
          </a:p>
        </p:txBody>
      </p:sp>
      <p:sp>
        <p:nvSpPr>
          <p:cNvPr id="8" name="">
            <a:extLst>
              <a:ext uri="{FF2B5EF4-FFF2-40B4-BE49-F238E27FC236}">
                <ns2:creationId id="{272272B2-404F-452B-A5C1-1BD2E1DE9D23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M6-05 정답 chunk</a:t>
            </a:r>
          </a:p>
        </p:txBody>
      </p:sp>
      <p:sp>
        <p:nvSpPr>
          <p:cNvPr id="9" name="">
            <a:extLst>
              <a:ext uri="{FF2B5EF4-FFF2-40B4-BE49-F238E27FC236}">
                <ns2:creationId id="{B960CA79-48F2-47B8-BB2C-7C4D7C86F26B}"/>
              </a:ext>
            </a:extLst>
          </p:cNvPr>
          <p:cNvSpPr>
            <a:spLocks noGrp="1"/>
          </p:cNvSpPr>
          <p:nvPr/>
        </p:nvSpPr>
        <p:spPr>
          <a:xfrm>
            <a:off x="6096000" y="1733550"/>
            <a:ext cx="19050" cy="37147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4364758B-B97B-41C6-9D40-557336692AAB}"/>
              </a:ext>
            </a:extLst>
          </p:cNvPr>
          <p:cNvSpPr>
            <a:spLocks noGrp="1"/>
          </p:cNvSpPr>
          <p:nvPr/>
        </p:nvSpPr>
        <p:spPr>
          <a:xfrm>
            <a:off x="6686550" y="2209800"/>
            <a:ext cx="4476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017"/>
          </a:bodyPr>
          <a:lstStyle/>
          <a:p>
            <a:pPr algn="l">
              <a:defRPr sz="585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10위</a:t>
            </a:r>
          </a:p>
        </p:txBody>
      </p:sp>
      <p:sp>
        <p:nvSpPr>
          <p:cNvPr id="11" name="">
            <a:extLst>
              <a:ext uri="{FF2B5EF4-FFF2-40B4-BE49-F238E27FC236}">
                <ns2:creationId id="{71D778AA-A533-4AA4-A90F-A1FC2AA584ED}"/>
              </a:ext>
            </a:extLst>
          </p:cNvPr>
          <p:cNvSpPr>
            <a:spLocks noGrp="1"/>
          </p:cNvSpPr>
          <p:nvPr/>
        </p:nvSpPr>
        <p:spPr>
          <a:xfrm>
            <a:off x="6762750" y="316230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M6-11 정답 chunk</a:t>
            </a:r>
          </a:p>
        </p:txBody>
      </p:sp>
      <p:sp>
        <p:nvSpPr>
          <p:cNvPr id="12" name="">
            <a:extLst>
              <a:ext uri="{FF2B5EF4-FFF2-40B4-BE49-F238E27FC236}">
                <ns2:creationId id="{F5B89352-8E81-45ED-9C21-3521CC94C9D1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M6 공식 11문항 검색에서 발견</a:t>
            </a:r>
          </a:p>
        </p:txBody>
      </p:sp>
      <p:sp>
        <p:nvSpPr>
          <p:cNvPr id="13" name="">
            <a:extLst>
              <a:ext uri="{FF2B5EF4-FFF2-40B4-BE49-F238E27FC236}">
                <ns2:creationId id="{ABED0CA1-C71F-452C-BAC0-54B30EBA068C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기대 근거가 Top-5 밖에 위치</a:t>
            </a:r>
          </a:p>
        </p:txBody>
      </p:sp>
      <p:sp>
        <p:nvSpPr>
          <p:cNvPr id="14" name="">
            <a:extLst>
              <a:ext uri="{FF2B5EF4-FFF2-40B4-BE49-F238E27FC236}">
                <ns2:creationId id="{98C93DEC-8C2E-4B8F-9FDC-F48B75B42FEE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885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보조 retrieval 경로를 검토한 출발점</a:t>
            </a:r>
          </a:p>
        </p:txBody>
      </p:sp>
    </p:spTree>
    <p:extLst>
      <p:ext uri="{BB962C8B-B14F-4D97-AF65-F5344CB8AC3E}">
        <ns3:creationId val="511292023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5" name="">
            <a:extLst>
              <a:ext uri="{FF2B5EF4-FFF2-40B4-BE49-F238E27FC236}">
                <ns2:creationId id="{A7E46A9F-9B21-4B4B-ACA1-C39A6AB782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BF8BC0D9-B7C9-46DE-AA1A-68D2918C176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Hybrid: Vector miss를 보완하는 보조 검색</a:t>
            </a:r>
          </a:p>
        </p:txBody>
      </p:sp>
      <p:sp>
        <p:nvSpPr>
          <p:cNvPr id="3" name="">
            <a:extLst>
              <a:ext uri="{FF2B5EF4-FFF2-40B4-BE49-F238E27FC236}">
                <ns2:creationId id="{150E6B77-546D-48DD-A16A-6E9E8C908683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7A68042D-845F-4799-A0A8-9C6C183442E5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3CC8B808-A76F-4DD2-A881-C13FF7B23D4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6" name="">
            <a:extLst>
              <a:ext uri="{FF2B5EF4-FFF2-40B4-BE49-F238E27FC236}">
                <ns2:creationId id="{7FD101F9-5365-4F35-BF78-87F5E3112A1A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질문</a:t>
            </a:r>
          </a:p>
        </p:txBody>
      </p:sp>
      <p:sp>
        <p:nvSpPr>
          <p:cNvPr id="7" name="">
            <a:extLst>
              <a:ext uri="{FF2B5EF4-FFF2-40B4-BE49-F238E27FC236}">
                <ns2:creationId id="{81A6321A-295A-4367-86DB-8EF10A7E480D}"/>
              </a:ext>
            </a:extLst>
          </p:cNvPr>
          <p:cNvSpPr>
            <a:spLocks noGrp="1"/>
          </p:cNvSpPr>
          <p:nvPr/>
        </p:nvSpPr>
        <p:spPr>
          <a:xfrm>
            <a:off x="6667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자연어 입력</a:t>
            </a:r>
          </a:p>
        </p:txBody>
      </p:sp>
      <p:sp>
        <p:nvSpPr>
          <p:cNvPr id="8" name="">
            <a:extLst>
              <a:ext uri="{FF2B5EF4-FFF2-40B4-BE49-F238E27FC236}">
                <ns2:creationId id="{85B8B9F4-1393-486C-83C9-5E91267E0CE8}"/>
              </a:ext>
            </a:extLst>
          </p:cNvPr>
          <p:cNvSpPr>
            <a:spLocks noGrp="1"/>
          </p:cNvSpPr>
          <p:nvPr/>
        </p:nvSpPr>
        <p:spPr>
          <a:xfrm>
            <a:off x="24955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53F68C46-85F8-46EB-B2A6-9CA4C864A791}"/>
              </a:ext>
            </a:extLst>
          </p:cNvPr>
          <p:cNvSpPr>
            <a:spLocks noGrp="1"/>
          </p:cNvSpPr>
          <p:nvPr/>
        </p:nvSpPr>
        <p:spPr>
          <a:xfrm>
            <a:off x="28575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키워드</a:t>
            </a:r>
          </a:p>
        </p:txBody>
      </p:sp>
      <p:sp>
        <p:nvSpPr>
          <p:cNvPr id="10" name="">
            <a:extLst>
              <a:ext uri="{FF2B5EF4-FFF2-40B4-BE49-F238E27FC236}">
                <ns2:creationId id="{C1793693-21F1-4165-AFB4-FF4E5FA73D8B}"/>
              </a:ext>
            </a:extLst>
          </p:cNvPr>
          <p:cNvSpPr>
            <a:spLocks noGrp="1"/>
          </p:cNvSpPr>
          <p:nvPr/>
        </p:nvSpPr>
        <p:spPr>
          <a:xfrm>
            <a:off x="28384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phrase / term</a:t>
            </a:r>
          </a:p>
        </p:txBody>
      </p:sp>
      <p:sp>
        <p:nvSpPr>
          <p:cNvPr id="11" name="">
            <a:extLst>
              <a:ext uri="{FF2B5EF4-FFF2-40B4-BE49-F238E27FC236}">
                <ns2:creationId id="{7C99DE5F-FA97-46BB-B559-B25D3562F913}"/>
              </a:ext>
            </a:extLst>
          </p:cNvPr>
          <p:cNvSpPr>
            <a:spLocks noGrp="1"/>
          </p:cNvSpPr>
          <p:nvPr/>
        </p:nvSpPr>
        <p:spPr>
          <a:xfrm>
            <a:off x="46672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9FAF0BA4-4E2E-4A46-A733-2E203D845065}"/>
              </a:ext>
            </a:extLst>
          </p:cNvPr>
          <p:cNvSpPr>
            <a:spLocks noGrp="1"/>
          </p:cNvSpPr>
          <p:nvPr/>
        </p:nvSpPr>
        <p:spPr>
          <a:xfrm>
            <a:off x="50292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병렬 검색</a:t>
            </a:r>
          </a:p>
        </p:txBody>
      </p:sp>
      <p:sp>
        <p:nvSpPr>
          <p:cNvPr id="13" name="">
            <a:extLst>
              <a:ext uri="{FF2B5EF4-FFF2-40B4-BE49-F238E27FC236}">
                <ns2:creationId id="{E8E15389-B553-4CB1-BE03-67C668BF5C71}"/>
              </a:ext>
            </a:extLst>
          </p:cNvPr>
          <p:cNvSpPr>
            <a:spLocks noGrp="1"/>
          </p:cNvSpPr>
          <p:nvPr/>
        </p:nvSpPr>
        <p:spPr>
          <a:xfrm>
            <a:off x="50101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Vector + LIKE</a:t>
            </a:r>
          </a:p>
        </p:txBody>
      </p:sp>
      <p:sp>
        <p:nvSpPr>
          <p:cNvPr id="14" name="">
            <a:extLst>
              <a:ext uri="{FF2B5EF4-FFF2-40B4-BE49-F238E27FC236}">
                <ns2:creationId id="{E6CF465D-D96E-453D-97DC-12685C2B68CB}"/>
              </a:ext>
            </a:extLst>
          </p:cNvPr>
          <p:cNvSpPr>
            <a:spLocks noGrp="1"/>
          </p:cNvSpPr>
          <p:nvPr/>
        </p:nvSpPr>
        <p:spPr>
          <a:xfrm>
            <a:off x="68389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895FE2A7-2AB2-4773-BBDC-CF77D76BECC4}"/>
              </a:ext>
            </a:extLst>
          </p:cNvPr>
          <p:cNvSpPr>
            <a:spLocks noGrp="1"/>
          </p:cNvSpPr>
          <p:nvPr/>
        </p:nvSpPr>
        <p:spPr>
          <a:xfrm>
            <a:off x="72009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후보 병합</a:t>
            </a:r>
          </a:p>
        </p:txBody>
      </p:sp>
      <p:sp>
        <p:nvSpPr>
          <p:cNvPr id="16" name="">
            <a:extLst>
              <a:ext uri="{FF2B5EF4-FFF2-40B4-BE49-F238E27FC236}">
                <ns2:creationId id="{54F6644D-669B-43A6-9303-C31C446452A4}"/>
              </a:ext>
            </a:extLst>
          </p:cNvPr>
          <p:cNvSpPr>
            <a:spLocks noGrp="1"/>
          </p:cNvSpPr>
          <p:nvPr/>
        </p:nvSpPr>
        <p:spPr>
          <a:xfrm>
            <a:off x="71818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OR · +3/+1</a:t>
            </a:r>
          </a:p>
        </p:txBody>
      </p:sp>
      <p:sp>
        <p:nvSpPr>
          <p:cNvPr id="17" name="">
            <a:extLst>
              <a:ext uri="{FF2B5EF4-FFF2-40B4-BE49-F238E27FC236}">
                <ns2:creationId id="{CEB42841-CF95-4332-93F5-EDDDAB23D2DA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144B511A-D757-40FE-AABA-D33ED041CE8A}"/>
              </a:ext>
            </a:extLst>
          </p:cNvPr>
          <p:cNvSpPr>
            <a:spLocks noGrp="1"/>
          </p:cNvSpPr>
          <p:nvPr/>
        </p:nvSpPr>
        <p:spPr>
          <a:xfrm>
            <a:off x="93726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재순위화</a:t>
            </a:r>
          </a:p>
        </p:txBody>
      </p:sp>
      <p:sp>
        <p:nvSpPr>
          <p:cNvPr id="19" name="">
            <a:extLst>
              <a:ext uri="{FF2B5EF4-FFF2-40B4-BE49-F238E27FC236}">
                <ns2:creationId id="{511A4A97-4129-472B-AF79-120DF388F0A6}"/>
              </a:ext>
            </a:extLst>
          </p:cNvPr>
          <p:cNvSpPr>
            <a:spLocks noGrp="1"/>
          </p:cNvSpPr>
          <p:nvPr/>
        </p:nvSpPr>
        <p:spPr>
          <a:xfrm>
            <a:off x="93535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98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reranking</a:t>
            </a:r>
          </a:p>
        </p:txBody>
      </p:sp>
      <p:sp>
        <p:nvSpPr>
          <p:cNvPr id="20" name="">
            <a:extLst>
              <a:ext uri="{FF2B5EF4-FFF2-40B4-BE49-F238E27FC236}">
                <ns2:creationId id="{74641B88-EDA4-4931-98C9-5C19BF2481D3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108204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ACCF2C3C-BC3C-41A2-8AB7-44B05DD1E193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3810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Hybrid의 역할</a:t>
            </a:r>
          </a:p>
        </p:txBody>
      </p:sp>
      <p:sp>
        <p:nvSpPr>
          <p:cNvPr id="22" name="">
            <a:extLst>
              <a:ext uri="{FF2B5EF4-FFF2-40B4-BE49-F238E27FC236}">
                <ns2:creationId id="{2157D559-ABB4-4585-B63B-FBEC959F1DE1}"/>
              </a:ext>
            </a:extLst>
          </p:cNvPr>
          <p:cNvSpPr>
            <a:spLocks noGrp="1"/>
          </p:cNvSpPr>
          <p:nvPr/>
        </p:nvSpPr>
        <p:spPr>
          <a:xfrm>
            <a:off x="685800" y="4410075"/>
            <a:ext cx="476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Vector 검색의 miss를 보완하는 보조 retrieval 경로</a:t>
            </a:r>
          </a:p>
        </p:txBody>
      </p:sp>
      <p:sp>
        <p:nvSpPr>
          <p:cNvPr id="23" name="">
            <a:extLst>
              <a:ext uri="{FF2B5EF4-FFF2-40B4-BE49-F238E27FC236}">
                <ns2:creationId id="{B33ED91F-0F77-49EF-A137-195256BA003F}"/>
              </a:ext>
            </a:extLst>
          </p:cNvPr>
          <p:cNvSpPr>
            <a:spLocks noGrp="1"/>
          </p:cNvSpPr>
          <p:nvPr/>
        </p:nvSpPr>
        <p:spPr>
          <a:xfrm>
            <a:off x="5810250" y="4410075"/>
            <a:ext cx="5619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726"/>
          </a:bodyPr>
          <a:lstStyle/>
          <a:p>
            <a:pPr algn="l">
              <a:defRPr sz="21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Keyword 추출과 reranking은 실행별 변동 가능</a:t>
            </a:r>
          </a:p>
        </p:txBody>
      </p:sp>
      <p:sp>
        <p:nvSpPr>
          <p:cNvPr id="24" name="">
            <a:extLst>
              <a:ext uri="{FF2B5EF4-FFF2-40B4-BE49-F238E27FC236}">
                <ns2:creationId id="{1BAD41E7-F2CE-409E-A513-CB2F12272244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최종 94%의 직접 원인으로 단정하지 않음</a:t>
            </a:r>
          </a:p>
        </p:txBody>
      </p:sp>
    </p:spTree>
    <p:extLst>
      <p:ext uri="{BB962C8B-B14F-4D97-AF65-F5344CB8AC3E}">
        <ns3:creationId val="787708702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2" name="">
            <a:extLst>
              <a:ext uri="{FF2B5EF4-FFF2-40B4-BE49-F238E27FC236}">
                <ns2:creationId id="{7A4CA93D-1E85-4E2B-9E2A-43EFAC4714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64C0923F-4F36-4620-AF21-350B44A79216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Keyword LIKE의 0건 문제와 병렬 처리</a:t>
            </a:r>
          </a:p>
        </p:txBody>
      </p:sp>
      <p:sp>
        <p:nvSpPr>
          <p:cNvPr id="3" name="">
            <a:extLst>
              <a:ext uri="{FF2B5EF4-FFF2-40B4-BE49-F238E27FC236}">
                <ns2:creationId id="{50E5B173-A753-4923-B020-AB61CCD429A5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2E103CE4-D7DA-4E6D-B40E-AC0E488CCBDE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AD259090-9CD5-4F23-B9FC-E1F537BEE781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6" name="">
            <a:extLst>
              <a:ext uri="{FF2B5EF4-FFF2-40B4-BE49-F238E27FC236}">
                <ns2:creationId id="{B7DC355E-1E95-49FE-97C4-D0BAAE7C7C33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실패 사례</a:t>
            </a:r>
          </a:p>
        </p:txBody>
      </p:sp>
      <p:sp>
        <p:nvSpPr>
          <p:cNvPr id="7" name="">
            <a:extLst>
              <a:ext uri="{FF2B5EF4-FFF2-40B4-BE49-F238E27FC236}">
                <ns2:creationId id="{1642E524-B9C4-4DB1-8161-4A2EAD2C2DE3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2857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90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후보 0건</a:t>
            </a:r>
          </a:p>
        </p:txBody>
      </p:sp>
      <p:sp>
        <p:nvSpPr>
          <p:cNvPr id="8" name="">
            <a:extLst>
              <a:ext uri="{FF2B5EF4-FFF2-40B4-BE49-F238E27FC236}">
                <ns2:creationId id="{C7F80A6F-F3DB-4E8D-BCAF-76AF8FBCA7C3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긴 복합어만 추출</a:t>
            </a:r>
          </a:p>
        </p:txBody>
      </p:sp>
      <p:sp>
        <p:nvSpPr>
          <p:cNvPr id="9" name="">
            <a:extLst>
              <a:ext uri="{FF2B5EF4-FFF2-40B4-BE49-F238E27FC236}">
                <ns2:creationId id="{9345873E-4434-4FB6-8ABB-BD6AAB27543D}"/>
              </a:ext>
            </a:extLst>
          </p:cNvPr>
          <p:cNvSpPr>
            <a:spLocks noGrp="1"/>
          </p:cNvSpPr>
          <p:nvPr/>
        </p:nvSpPr>
        <p:spPr>
          <a:xfrm>
            <a:off x="3943350" y="1619250"/>
            <a:ext cx="19050" cy="37147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C84F2F50-FB3B-4251-B4A6-7C7AEEC53384}"/>
              </a:ext>
            </a:extLst>
          </p:cNvPr>
          <p:cNvSpPr>
            <a:spLocks noGrp="1"/>
          </p:cNvSpPr>
          <p:nvPr/>
        </p:nvSpPr>
        <p:spPr>
          <a:xfrm>
            <a:off x="4400550" y="160020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Keyword 경로 보완</a:t>
            </a:r>
          </a:p>
        </p:txBody>
      </p:sp>
      <p:sp>
        <p:nvSpPr>
          <p:cNvPr id="11" name="">
            <a:extLst>
              <a:ext uri="{FF2B5EF4-FFF2-40B4-BE49-F238E27FC236}">
                <ns2:creationId id="{7BCC184F-7FFA-4C67-8368-0735AFBFD4F1}"/>
              </a:ext>
            </a:extLst>
          </p:cNvPr>
          <p:cNvSpPr>
            <a:spLocks noGrp="1"/>
          </p:cNvSpPr>
          <p:nvPr/>
        </p:nvSpPr>
        <p:spPr>
          <a:xfrm>
            <a:off x="4400550" y="21240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phrase 분리</a:t>
            </a:r>
          </a:p>
        </p:txBody>
      </p:sp>
      <p:sp>
        <p:nvSpPr>
          <p:cNvPr id="12" name="">
            <a:extLst>
              <a:ext uri="{FF2B5EF4-FFF2-40B4-BE49-F238E27FC236}">
                <ns2:creationId id="{B663D434-397C-4BF7-95FA-45DEC79D7205}"/>
              </a:ext>
            </a:extLst>
          </p:cNvPr>
          <p:cNvSpPr>
            <a:spLocks noGrp="1"/>
          </p:cNvSpPr>
          <p:nvPr/>
        </p:nvSpPr>
        <p:spPr>
          <a:xfrm>
            <a:off x="7334250" y="2124075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구문 일치 +3</a:t>
            </a:r>
          </a:p>
        </p:txBody>
      </p:sp>
      <p:sp>
        <p:nvSpPr>
          <p:cNvPr id="13" name="">
            <a:extLst>
              <a:ext uri="{FF2B5EF4-FFF2-40B4-BE49-F238E27FC236}">
                <ns2:creationId id="{2A9637E8-8A56-435C-85C4-8C2A21CFC1D6}"/>
              </a:ext>
            </a:extLst>
          </p:cNvPr>
          <p:cNvSpPr>
            <a:spLocks noGrp="1"/>
          </p:cNvSpPr>
          <p:nvPr/>
        </p:nvSpPr>
        <p:spPr>
          <a:xfrm>
            <a:off x="4400550" y="26765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term 분리</a:t>
            </a:r>
          </a:p>
        </p:txBody>
      </p:sp>
      <p:sp>
        <p:nvSpPr>
          <p:cNvPr id="14" name="">
            <a:extLst>
              <a:ext uri="{FF2B5EF4-FFF2-40B4-BE49-F238E27FC236}">
                <ns2:creationId id="{E42F59E8-C34A-4028-B508-CA2F89CA5550}"/>
              </a:ext>
            </a:extLst>
          </p:cNvPr>
          <p:cNvSpPr>
            <a:spLocks noGrp="1"/>
          </p:cNvSpPr>
          <p:nvPr/>
        </p:nvSpPr>
        <p:spPr>
          <a:xfrm>
            <a:off x="7334250" y="2676525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단어 일치 +1</a:t>
            </a:r>
          </a:p>
        </p:txBody>
      </p:sp>
      <p:sp>
        <p:nvSpPr>
          <p:cNvPr id="15" name="">
            <a:extLst>
              <a:ext uri="{FF2B5EF4-FFF2-40B4-BE49-F238E27FC236}">
                <ns2:creationId id="{895CB07D-F50E-4792-A692-97426044488F}"/>
              </a:ext>
            </a:extLst>
          </p:cNvPr>
          <p:cNvSpPr>
            <a:spLocks noGrp="1"/>
          </p:cNvSpPr>
          <p:nvPr/>
        </p:nvSpPr>
        <p:spPr>
          <a:xfrm>
            <a:off x="4400550" y="32289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OR 검색</a:t>
            </a:r>
          </a:p>
        </p:txBody>
      </p:sp>
      <p:sp>
        <p:nvSpPr>
          <p:cNvPr id="16" name="">
            <a:extLst>
              <a:ext uri="{FF2B5EF4-FFF2-40B4-BE49-F238E27FC236}">
                <ns2:creationId id="{944318EC-8476-4485-8E06-B1CAFFFA6335}"/>
              </a:ext>
            </a:extLst>
          </p:cNvPr>
          <p:cNvSpPr>
            <a:spLocks noGrp="1"/>
          </p:cNvSpPr>
          <p:nvPr/>
        </p:nvSpPr>
        <p:spPr>
          <a:xfrm>
            <a:off x="7334250" y="3228975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후보 범위 확장</a:t>
            </a:r>
          </a:p>
        </p:txBody>
      </p:sp>
      <p:sp>
        <p:nvSpPr>
          <p:cNvPr id="17" name="">
            <a:extLst>
              <a:ext uri="{FF2B5EF4-FFF2-40B4-BE49-F238E27FC236}">
                <ns2:creationId id="{EA90C2F7-390A-4FF5-ABEB-D040720AB00E}"/>
              </a:ext>
            </a:extLst>
          </p:cNvPr>
          <p:cNvSpPr>
            <a:spLocks noGrp="1"/>
          </p:cNvSpPr>
          <p:nvPr/>
        </p:nvSpPr>
        <p:spPr>
          <a:xfrm>
            <a:off x="4400550" y="3876675"/>
            <a:ext cx="66675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9015D411-2BB6-41A2-BA85-7AD2645F428F}"/>
              </a:ext>
            </a:extLst>
          </p:cNvPr>
          <p:cNvSpPr>
            <a:spLocks noGrp="1"/>
          </p:cNvSpPr>
          <p:nvPr/>
        </p:nvSpPr>
        <p:spPr>
          <a:xfrm>
            <a:off x="4400550" y="42386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실행</a:t>
            </a:r>
          </a:p>
        </p:txBody>
      </p:sp>
      <p:sp>
        <p:nvSpPr>
          <p:cNvPr id="19" name="">
            <a:extLst>
              <a:ext uri="{FF2B5EF4-FFF2-40B4-BE49-F238E27FC236}">
                <ns2:creationId id="{FC3885AD-2437-48D3-8093-9E9168C9357E}"/>
              </a:ext>
            </a:extLst>
          </p:cNvPr>
          <p:cNvSpPr>
            <a:spLocks noGrp="1"/>
          </p:cNvSpPr>
          <p:nvPr/>
        </p:nvSpPr>
        <p:spPr>
          <a:xfrm>
            <a:off x="7334250" y="4238625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별도 DB session</a:t>
            </a:r>
          </a:p>
        </p:txBody>
      </p:sp>
      <p:sp>
        <p:nvSpPr>
          <p:cNvPr id="20" name="">
            <a:extLst>
              <a:ext uri="{FF2B5EF4-FFF2-40B4-BE49-F238E27FC236}">
                <ns2:creationId id="{DD11AEE5-2D0C-49A3-BAED-7CE06D8EAF3A}"/>
              </a:ext>
            </a:extLst>
          </p:cNvPr>
          <p:cNvSpPr>
            <a:spLocks noGrp="1"/>
          </p:cNvSpPr>
          <p:nvPr/>
        </p:nvSpPr>
        <p:spPr>
          <a:xfrm>
            <a:off x="4400550" y="4714875"/>
            <a:ext cx="676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Vector·Keyword branch를 병렬 실행</a:t>
            </a:r>
          </a:p>
        </p:txBody>
      </p:sp>
      <p:sp>
        <p:nvSpPr>
          <p:cNvPr id="21" name="">
            <a:extLst>
              <a:ext uri="{FF2B5EF4-FFF2-40B4-BE49-F238E27FC236}">
                <ns2:creationId id="{E4C05797-6456-4094-9CEB-A6D1B7CBCAC1}"/>
              </a:ext>
            </a:extLst>
          </p:cNvPr>
          <p:cNvSpPr>
            <a:spLocks noGrp="1"/>
          </p:cNvSpPr>
          <p:nvPr/>
        </p:nvSpPr>
        <p:spPr>
          <a:xfrm>
            <a:off x="685800" y="572452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두 결과를 합친 뒤 reranking</a:t>
            </a:r>
          </a:p>
        </p:txBody>
      </p:sp>
    </p:spTree>
    <p:extLst>
      <p:ext uri="{BB962C8B-B14F-4D97-AF65-F5344CB8AC3E}">
        <ns3:creationId val="565981719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0" name="">
            <a:extLst>
              <a:ext uri="{FF2B5EF4-FFF2-40B4-BE49-F238E27FC236}">
                <ns2:creationId id="{16C7CF65-9932-48FD-815F-37793E759F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00901401-4922-4A7A-97D4-5DEF682C00A0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619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답변과 함께 보이는 이미지도 관련성이 필요</a:t>
            </a:r>
          </a:p>
        </p:txBody>
      </p:sp>
      <p:sp>
        <p:nvSpPr>
          <p:cNvPr id="3" name="">
            <a:extLst>
              <a:ext uri="{FF2B5EF4-FFF2-40B4-BE49-F238E27FC236}">
                <ns2:creationId id="{92392E3F-721C-4095-856D-CC22BEB2103C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FD025635-1BF3-49AD-9A3A-A13A3AEB6C44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7D21AB45-53E0-474B-8EF5-78F069168A80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6" name="">
            <a:extLst>
              <a:ext uri="{FF2B5EF4-FFF2-40B4-BE49-F238E27FC236}">
                <ns2:creationId id="{84489FF7-B8FC-4CBA-9AF5-CFEAF2A9A93D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762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초기 UI 관찰 · U50-004 엔진 번호 질문</a:t>
            </a:r>
          </a:p>
        </p:txBody>
      </p:sp>
      <p:sp>
        <p:nvSpPr>
          <p:cNvPr id="7" name="">
            <a:extLst>
              <a:ext uri="{FF2B5EF4-FFF2-40B4-BE49-F238E27FC236}">
                <ns2:creationId id="{23CE8E32-E4DE-466F-9B93-9C5E19FAFE7C}"/>
              </a:ext>
            </a:extLst>
          </p:cNvPr>
          <p:cNvSpPr>
            <a:spLocks noGrp="1"/>
          </p:cNvSpPr>
          <p:nvPr/>
        </p:nvSpPr>
        <p:spPr>
          <a:xfrm>
            <a:off x="685800" y="2124075"/>
            <a:ext cx="108204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7D864AED-7CD0-423F-9235-8D6C684355CB}"/>
              </a:ext>
            </a:extLst>
          </p:cNvPr>
          <p:cNvSpPr>
            <a:spLocks noGrp="1"/>
          </p:cNvSpPr>
          <p:nvPr/>
        </p:nvSpPr>
        <p:spPr>
          <a:xfrm>
            <a:off x="704850" y="244792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67B6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67B63"/>
                </a:solidFill>
                <a:latin typeface="Noto Sans KR"/>
                <a:ea typeface="Noto Sans KR"/>
                <a:cs typeface="Noto Sans KR"/>
              </a:rPr>
              <a:t>질문</a:t>
            </a:r>
          </a:p>
        </p:txBody>
      </p:sp>
      <p:sp>
        <p:nvSpPr>
          <p:cNvPr id="9" name="">
            <a:extLst>
              <a:ext uri="{FF2B5EF4-FFF2-40B4-BE49-F238E27FC236}">
                <ns2:creationId id="{6144D2CA-6DEF-41C0-B595-C8282EF9580A}"/>
              </a:ext>
            </a:extLst>
          </p:cNvPr>
          <p:cNvSpPr>
            <a:spLocks noGrp="1"/>
          </p:cNvSpPr>
          <p:nvPr/>
        </p:nvSpPr>
        <p:spPr>
          <a:xfrm>
            <a:off x="704850" y="2867025"/>
            <a:ext cx="276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600" b="1">
                <a:solidFill>
                  <a:srgbClr val="167B63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167B63"/>
                </a:solidFill>
                <a:latin typeface="Noto Sans KR"/>
                <a:ea typeface="Noto Sans KR"/>
                <a:cs typeface="Noto Sans KR"/>
              </a:rPr>
              <a:t>엔진 번호</a:t>
            </a:r>
          </a:p>
        </p:txBody>
      </p:sp>
      <p:sp>
        <p:nvSpPr>
          <p:cNvPr id="10" name="">
            <a:extLst>
              <a:ext uri="{FF2B5EF4-FFF2-40B4-BE49-F238E27FC236}">
                <ns2:creationId id="{0987099C-3EE1-4AD2-944F-74D073E597A3}"/>
              </a:ext>
            </a:extLst>
          </p:cNvPr>
          <p:cNvSpPr>
            <a:spLocks noGrp="1"/>
          </p:cNvSpPr>
          <p:nvPr/>
        </p:nvSpPr>
        <p:spPr>
          <a:xfrm>
            <a:off x="704850" y="3562350"/>
            <a:ext cx="50006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차량 어느 부위에서 확인하나요?</a:t>
            </a:r>
          </a:p>
        </p:txBody>
      </p:sp>
      <p:sp>
        <p:nvSpPr>
          <p:cNvPr id="11" name="">
            <a:extLst>
              <a:ext uri="{FF2B5EF4-FFF2-40B4-BE49-F238E27FC236}">
                <ns2:creationId id="{494C5D25-B874-4F72-B15F-A5C83BA57BF8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523875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A82ECBD7-84B3-47D1-A45E-BFEA816A8D03}"/>
              </a:ext>
            </a:extLst>
          </p:cNvPr>
          <p:cNvSpPr>
            <a:spLocks noGrp="1"/>
          </p:cNvSpPr>
          <p:nvPr/>
        </p:nvSpPr>
        <p:spPr>
          <a:xfrm>
            <a:off x="704850" y="439102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D875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D87527"/>
                </a:solidFill>
                <a:latin typeface="Noto Sans KR"/>
                <a:ea typeface="Noto Sans KR"/>
                <a:cs typeface="Noto Sans KR"/>
              </a:rPr>
              <a:t>기존 선택</a:t>
            </a:r>
          </a:p>
        </p:txBody>
      </p:sp>
      <p:sp>
        <p:nvSpPr>
          <p:cNvPr id="13" name="">
            <a:extLst>
              <a:ext uri="{FF2B5EF4-FFF2-40B4-BE49-F238E27FC236}">
                <ns2:creationId id="{95320E60-938A-449D-BED5-4DF5EDBB5F22}"/>
              </a:ext>
            </a:extLst>
          </p:cNvPr>
          <p:cNvSpPr>
            <a:spLocks noGrp="1"/>
          </p:cNvSpPr>
          <p:nvPr/>
        </p:nvSpPr>
        <p:spPr>
          <a:xfrm>
            <a:off x="704850" y="4800600"/>
            <a:ext cx="2762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D87527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D87527"/>
                </a:solidFill>
                <a:latin typeface="Noto Sans KR"/>
                <a:ea typeface="Noto Sans KR"/>
                <a:cs typeface="Noto Sans KR"/>
              </a:rPr>
              <a:t>무관 이미지</a:t>
            </a:r>
          </a:p>
        </p:txBody>
      </p:sp>
      <p:sp>
        <p:nvSpPr>
          <p:cNvPr id="14" name="">
            <a:extLst>
              <a:ext uri="{FF2B5EF4-FFF2-40B4-BE49-F238E27FC236}">
                <ns2:creationId id="{170BFE86-3123-4BEF-B615-21BDAFA4EC24}"/>
              </a:ext>
            </a:extLst>
          </p:cNvPr>
          <p:cNvSpPr>
            <a:spLocks noGrp="1"/>
          </p:cNvSpPr>
          <p:nvPr/>
        </p:nvSpPr>
        <p:spPr>
          <a:xfrm>
            <a:off x="704850" y="5438775"/>
            <a:ext cx="4476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자기 인증 라벨 · 차대번호</a:t>
            </a:r>
          </a:p>
        </p:txBody>
      </p:sp>
      <p:sp>
        <p:nvSpPr>
          <p:cNvPr id="15" name="">
            <a:extLst>
              <a:ext uri="{FF2B5EF4-FFF2-40B4-BE49-F238E27FC236}">
                <ns2:creationId id="{F78F59EB-D166-4829-BF6A-05D71CEB1A4B}"/>
              </a:ext>
            </a:extLst>
          </p:cNvPr>
          <p:cNvSpPr>
            <a:spLocks noGrp="1"/>
          </p:cNvSpPr>
          <p:nvPr/>
        </p:nvSpPr>
        <p:spPr>
          <a:xfrm>
            <a:off x="6238875" y="2286000"/>
            <a:ext cx="19050" cy="342900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937BA458-5F07-4414-BBF4-BB86DCFBFF1F}"/>
              </a:ext>
            </a:extLst>
          </p:cNvPr>
          <p:cNvSpPr>
            <a:spLocks noGrp="1"/>
          </p:cNvSpPr>
          <p:nvPr/>
        </p:nvSpPr>
        <p:spPr>
          <a:xfrm>
            <a:off x="6743700" y="26289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17" name="">
            <a:extLst>
              <a:ext uri="{FF2B5EF4-FFF2-40B4-BE49-F238E27FC236}">
                <ns2:creationId id="{05B94730-88F1-4CC6-BE12-AD6D27361BE0}"/>
              </a:ext>
            </a:extLst>
          </p:cNvPr>
          <p:cNvSpPr>
            <a:spLocks noGrp="1"/>
          </p:cNvSpPr>
          <p:nvPr/>
        </p:nvSpPr>
        <p:spPr>
          <a:xfrm>
            <a:off x="6743700" y="3171825"/>
            <a:ext cx="400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62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텍스트와 이미지의 주제가 달랐다</a:t>
            </a:r>
          </a:p>
        </p:txBody>
      </p:sp>
      <p:sp>
        <p:nvSpPr>
          <p:cNvPr id="18" name="">
            <a:extLst>
              <a:ext uri="{FF2B5EF4-FFF2-40B4-BE49-F238E27FC236}">
                <ns2:creationId id="{AD4FD94C-2A17-44BA-A6D2-E3E8C1F61E71}"/>
              </a:ext>
            </a:extLst>
          </p:cNvPr>
          <p:cNvSpPr>
            <a:spLocks noGrp="1"/>
          </p:cNvSpPr>
          <p:nvPr/>
        </p:nvSpPr>
        <p:spPr>
          <a:xfrm>
            <a:off x="6743700" y="4029075"/>
            <a:ext cx="42100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검색된 페이지의 이미지를 그대로 보여주면 질문과 어긋날 수 있음</a:t>
            </a:r>
          </a:p>
          <a:p>
            <a:pPr algn="l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9" name="">
            <a:extLst>
              <a:ext uri="{FF2B5EF4-FFF2-40B4-BE49-F238E27FC236}">
                <ns2:creationId id="{33543D2E-B355-4960-839D-8D3F60766DE8}"/>
              </a:ext>
            </a:extLst>
          </p:cNvPr>
          <p:cNvSpPr>
            <a:spLocks noGrp="1"/>
          </p:cNvSpPr>
          <p:nvPr/>
        </p:nvSpPr>
        <p:spPr>
          <a:xfrm>
            <a:off x="6743700" y="527685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이미지 관련성은 Retrieval과 별도로 점검</a:t>
            </a:r>
          </a:p>
        </p:txBody>
      </p:sp>
    </p:spTree>
    <p:extLst>
      <p:ext uri="{BB962C8B-B14F-4D97-AF65-F5344CB8AC3E}">
        <ns3:creationId val="1875618367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5" name="">
            <a:extLst>
              <a:ext uri="{FF2B5EF4-FFF2-40B4-BE49-F238E27FC236}">
                <ns2:creationId id="{A7E46A9F-9B21-4B4B-ACA1-C39A6AB782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BF8BC0D9-B7C9-46DE-AA1A-68D2918C176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PDF 문맥으로 이미지 설명과 선택을 개선</a:t>
            </a:r>
          </a:p>
        </p:txBody>
      </p:sp>
      <p:sp>
        <p:nvSpPr>
          <p:cNvPr id="3" name="">
            <a:extLst>
              <a:ext uri="{FF2B5EF4-FFF2-40B4-BE49-F238E27FC236}">
                <ns2:creationId id="{150E6B77-546D-48DD-A16A-6E9E8C908683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7A68042D-845F-4799-A0A8-9C6C183442E5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3CC8B808-A76F-4DD2-A881-C13FF7B23D4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6" name="">
            <a:extLst>
              <a:ext uri="{FF2B5EF4-FFF2-40B4-BE49-F238E27FC236}">
                <ns2:creationId id="{7FD101F9-5365-4F35-BF78-87F5E3112A1A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PDF</a:t>
            </a:r>
          </a:p>
        </p:txBody>
      </p:sp>
      <p:sp>
        <p:nvSpPr>
          <p:cNvPr id="7" name="">
            <a:extLst>
              <a:ext uri="{FF2B5EF4-FFF2-40B4-BE49-F238E27FC236}">
                <ns2:creationId id="{81A6321A-295A-4367-86DB-8EF10A7E480D}"/>
              </a:ext>
            </a:extLst>
          </p:cNvPr>
          <p:cNvSpPr>
            <a:spLocks noGrp="1"/>
          </p:cNvSpPr>
          <p:nvPr/>
        </p:nvSpPr>
        <p:spPr>
          <a:xfrm>
            <a:off x="6667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그림</a:t>
            </a:r>
          </a:p>
        </p:txBody>
      </p:sp>
      <p:sp>
        <p:nvSpPr>
          <p:cNvPr id="8" name="">
            <a:extLst>
              <a:ext uri="{FF2B5EF4-FFF2-40B4-BE49-F238E27FC236}">
                <ns2:creationId id="{85B8B9F4-1393-486C-83C9-5E91267E0CE8}"/>
              </a:ext>
            </a:extLst>
          </p:cNvPr>
          <p:cNvSpPr>
            <a:spLocks noGrp="1"/>
          </p:cNvSpPr>
          <p:nvPr/>
        </p:nvSpPr>
        <p:spPr>
          <a:xfrm>
            <a:off x="24955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53F68C46-85F8-46EB-B2A6-9CA4C864A791}"/>
              </a:ext>
            </a:extLst>
          </p:cNvPr>
          <p:cNvSpPr>
            <a:spLocks noGrp="1"/>
          </p:cNvSpPr>
          <p:nvPr/>
        </p:nvSpPr>
        <p:spPr>
          <a:xfrm>
            <a:off x="28575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설명</a:t>
            </a:r>
          </a:p>
        </p:txBody>
      </p:sp>
      <p:sp>
        <p:nvSpPr>
          <p:cNvPr id="10" name="">
            <a:extLst>
              <a:ext uri="{FF2B5EF4-FFF2-40B4-BE49-F238E27FC236}">
                <ns2:creationId id="{C1793693-21F1-4165-AFB4-FF4E5FA73D8B}"/>
              </a:ext>
            </a:extLst>
          </p:cNvPr>
          <p:cNvSpPr>
            <a:spLocks noGrp="1"/>
          </p:cNvSpPr>
          <p:nvPr/>
        </p:nvSpPr>
        <p:spPr>
          <a:xfrm>
            <a:off x="28384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제목·주변 텍스트</a:t>
            </a:r>
          </a:p>
        </p:txBody>
      </p:sp>
      <p:sp>
        <p:nvSpPr>
          <p:cNvPr id="11" name="">
            <a:extLst>
              <a:ext uri="{FF2B5EF4-FFF2-40B4-BE49-F238E27FC236}">
                <ns2:creationId id="{7C99DE5F-FA97-46BB-B559-B25D3562F913}"/>
              </a:ext>
            </a:extLst>
          </p:cNvPr>
          <p:cNvSpPr>
            <a:spLocks noGrp="1"/>
          </p:cNvSpPr>
          <p:nvPr/>
        </p:nvSpPr>
        <p:spPr>
          <a:xfrm>
            <a:off x="46672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9FAF0BA4-4E2E-4A46-A733-2E203D845065}"/>
              </a:ext>
            </a:extLst>
          </p:cNvPr>
          <p:cNvSpPr>
            <a:spLocks noGrp="1"/>
          </p:cNvSpPr>
          <p:nvPr/>
        </p:nvSpPr>
        <p:spPr>
          <a:xfrm>
            <a:off x="50292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레이아웃</a:t>
            </a:r>
          </a:p>
        </p:txBody>
      </p:sp>
      <p:sp>
        <p:nvSpPr>
          <p:cNvPr id="13" name="">
            <a:extLst>
              <a:ext uri="{FF2B5EF4-FFF2-40B4-BE49-F238E27FC236}">
                <ns2:creationId id="{E8E15389-B553-4CB1-BE03-67C668BF5C71}"/>
              </a:ext>
            </a:extLst>
          </p:cNvPr>
          <p:cNvSpPr>
            <a:spLocks noGrp="1"/>
          </p:cNvSpPr>
          <p:nvPr/>
        </p:nvSpPr>
        <p:spPr>
          <a:xfrm>
            <a:off x="50101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위치·동일 column</a:t>
            </a:r>
          </a:p>
        </p:txBody>
      </p:sp>
      <p:sp>
        <p:nvSpPr>
          <p:cNvPr id="14" name="">
            <a:extLst>
              <a:ext uri="{FF2B5EF4-FFF2-40B4-BE49-F238E27FC236}">
                <ns2:creationId id="{E6CF465D-D96E-453D-97DC-12685C2B68CB}"/>
              </a:ext>
            </a:extLst>
          </p:cNvPr>
          <p:cNvSpPr>
            <a:spLocks noGrp="1"/>
          </p:cNvSpPr>
          <p:nvPr/>
        </p:nvSpPr>
        <p:spPr>
          <a:xfrm>
            <a:off x="68389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895FE2A7-2AB2-4773-BBDC-CF77D76BECC4}"/>
              </a:ext>
            </a:extLst>
          </p:cNvPr>
          <p:cNvSpPr>
            <a:spLocks noGrp="1"/>
          </p:cNvSpPr>
          <p:nvPr/>
        </p:nvSpPr>
        <p:spPr>
          <a:xfrm>
            <a:off x="72009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판정</a:t>
            </a:r>
          </a:p>
        </p:txBody>
      </p:sp>
      <p:sp>
        <p:nvSpPr>
          <p:cNvPr id="16" name="">
            <a:extLst>
              <a:ext uri="{FF2B5EF4-FFF2-40B4-BE49-F238E27FC236}">
                <ns2:creationId id="{54F6644D-669B-43A6-9303-C31C446452A4}"/>
              </a:ext>
            </a:extLst>
          </p:cNvPr>
          <p:cNvSpPr>
            <a:spLocks noGrp="1"/>
          </p:cNvSpPr>
          <p:nvPr/>
        </p:nvSpPr>
        <p:spPr>
          <a:xfrm>
            <a:off x="71818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질문·답변·근거</a:t>
            </a:r>
          </a:p>
        </p:txBody>
      </p:sp>
      <p:sp>
        <p:nvSpPr>
          <p:cNvPr id="17" name="">
            <a:extLst>
              <a:ext uri="{FF2B5EF4-FFF2-40B4-BE49-F238E27FC236}">
                <ns2:creationId id="{CEB42841-CF95-4332-93F5-EDDDAB23D2DA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144B511A-D757-40FE-AABA-D33ED041CE8A}"/>
              </a:ext>
            </a:extLst>
          </p:cNvPr>
          <p:cNvSpPr>
            <a:spLocks noGrp="1"/>
          </p:cNvSpPr>
          <p:nvPr/>
        </p:nvSpPr>
        <p:spPr>
          <a:xfrm>
            <a:off x="93726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표시</a:t>
            </a:r>
          </a:p>
        </p:txBody>
      </p:sp>
      <p:sp>
        <p:nvSpPr>
          <p:cNvPr id="19" name="">
            <a:extLst>
              <a:ext uri="{FF2B5EF4-FFF2-40B4-BE49-F238E27FC236}">
                <ns2:creationId id="{511A4A97-4129-472B-AF79-120DF388F0A6}"/>
              </a:ext>
            </a:extLst>
          </p:cNvPr>
          <p:cNvSpPr>
            <a:spLocks noGrp="1"/>
          </p:cNvSpPr>
          <p:nvPr/>
        </p:nvSpPr>
        <p:spPr>
          <a:xfrm>
            <a:off x="93535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98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관련 이미지 / 0개</a:t>
            </a:r>
          </a:p>
        </p:txBody>
      </p:sp>
      <p:sp>
        <p:nvSpPr>
          <p:cNvPr id="20" name="">
            <a:extLst>
              <a:ext uri="{FF2B5EF4-FFF2-40B4-BE49-F238E27FC236}">
                <ns2:creationId id="{74641B88-EDA4-4931-98C9-5C19BF2481D3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108204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ACCF2C3C-BC3C-41A2-8AB7-44B05DD1E193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3810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U50-004 엔진 번호 질문</a:t>
            </a:r>
          </a:p>
        </p:txBody>
      </p:sp>
      <p:sp>
        <p:nvSpPr>
          <p:cNvPr id="22" name="">
            <a:extLst>
              <a:ext uri="{FF2B5EF4-FFF2-40B4-BE49-F238E27FC236}">
                <ns2:creationId id="{2157D559-ABB4-4585-B63B-FBEC959F1DE1}"/>
              </a:ext>
            </a:extLst>
          </p:cNvPr>
          <p:cNvSpPr>
            <a:spLocks noGrp="1"/>
          </p:cNvSpPr>
          <p:nvPr/>
        </p:nvSpPr>
        <p:spPr>
          <a:xfrm>
            <a:off x="685800" y="4410075"/>
            <a:ext cx="476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기존: 자기 인증 라벨·차대번호 이미지</a:t>
            </a:r>
          </a:p>
        </p:txBody>
      </p:sp>
      <p:sp>
        <p:nvSpPr>
          <p:cNvPr id="23" name="">
            <a:extLst>
              <a:ext uri="{FF2B5EF4-FFF2-40B4-BE49-F238E27FC236}">
                <ns2:creationId id="{B33ED91F-0F77-49EF-A137-195256BA003F}"/>
              </a:ext>
            </a:extLst>
          </p:cNvPr>
          <p:cNvSpPr>
            <a:spLocks noGrp="1"/>
          </p:cNvSpPr>
          <p:nvPr/>
        </p:nvSpPr>
        <p:spPr>
          <a:xfrm>
            <a:off x="5810250" y="4410075"/>
            <a:ext cx="5619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726"/>
          </a:bodyPr>
          <a:lstStyle/>
          <a:p>
            <a:pPr algn="l">
              <a:defRPr sz="21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개선: p.26 Smartstream 엔진 이미지</a:t>
            </a:r>
          </a:p>
        </p:txBody>
      </p:sp>
      <p:sp>
        <p:nvSpPr>
          <p:cNvPr id="24" name="">
            <a:extLst>
              <a:ext uri="{FF2B5EF4-FFF2-40B4-BE49-F238E27FC236}">
                <ns2:creationId id="{1BAD41E7-F2CE-409E-A513-CB2F12272244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Text LLM이 질문·최종 답변·검색 근거·이미지 설명을 보고 선택</a:t>
            </a:r>
          </a:p>
        </p:txBody>
      </p:sp>
    </p:spTree>
    <p:extLst>
      <p:ext uri="{BB962C8B-B14F-4D97-AF65-F5344CB8AC3E}">
        <ns3:creationId val="787708702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2" name="">
            <a:extLst>
              <a:ext uri="{FF2B5EF4-FFF2-40B4-BE49-F238E27FC236}">
                <ns2:creationId id="{7A4CA93D-1E85-4E2B-9E2A-43EFAC4714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64C0923F-4F36-4620-AF21-350B44A79216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병목 위치를 측정하고 응답 방식을 개선</a:t>
            </a:r>
          </a:p>
        </p:txBody>
      </p:sp>
      <p:sp>
        <p:nvSpPr>
          <p:cNvPr id="3" name="">
            <a:extLst>
              <a:ext uri="{FF2B5EF4-FFF2-40B4-BE49-F238E27FC236}">
                <ns2:creationId id="{50E5B173-A753-4923-B020-AB61CCD429A5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2E103CE4-D7DA-4E6D-B40E-AC0E488CCBDE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AD259090-9CD5-4F23-B9FC-E1F537BEE781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6" name="">
            <a:extLst>
              <a:ext uri="{FF2B5EF4-FFF2-40B4-BE49-F238E27FC236}">
                <ns2:creationId id="{B7DC355E-1E95-49FE-97C4-D0BAAE7C7C33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UI 관찰</a:t>
            </a:r>
          </a:p>
        </p:txBody>
      </p:sp>
      <p:sp>
        <p:nvSpPr>
          <p:cNvPr id="7" name="">
            <a:extLst>
              <a:ext uri="{FF2B5EF4-FFF2-40B4-BE49-F238E27FC236}">
                <ns2:creationId id="{1642E524-B9C4-4DB1-8161-4A2EAD2C2DE3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2857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90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19.830초</a:t>
            </a:r>
          </a:p>
        </p:txBody>
      </p:sp>
      <p:sp>
        <p:nvSpPr>
          <p:cNvPr id="8" name="">
            <a:extLst>
              <a:ext uri="{FF2B5EF4-FFF2-40B4-BE49-F238E27FC236}">
                <ns2:creationId id="{C7F80A6F-F3DB-4E8D-BCAF-76AF8FBCA7C3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50문항 평균 UI latency</a:t>
            </a:r>
          </a:p>
        </p:txBody>
      </p:sp>
      <p:sp>
        <p:nvSpPr>
          <p:cNvPr id="9" name="">
            <a:extLst>
              <a:ext uri="{FF2B5EF4-FFF2-40B4-BE49-F238E27FC236}">
                <ns2:creationId id="{9345873E-4434-4FB6-8ABB-BD6AAB27543D}"/>
              </a:ext>
            </a:extLst>
          </p:cNvPr>
          <p:cNvSpPr>
            <a:spLocks noGrp="1"/>
          </p:cNvSpPr>
          <p:nvPr/>
        </p:nvSpPr>
        <p:spPr>
          <a:xfrm>
            <a:off x="3943350" y="1619250"/>
            <a:ext cx="19050" cy="37147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C84F2F50-FB3B-4251-B4A6-7C7AEEC53384}"/>
              </a:ext>
            </a:extLst>
          </p:cNvPr>
          <p:cNvSpPr>
            <a:spLocks noGrp="1"/>
          </p:cNvSpPr>
          <p:nvPr/>
        </p:nvSpPr>
        <p:spPr>
          <a:xfrm>
            <a:off x="4400550" y="160020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처리 단계 로그</a:t>
            </a:r>
          </a:p>
        </p:txBody>
      </p:sp>
      <p:sp>
        <p:nvSpPr>
          <p:cNvPr id="11" name="">
            <a:extLst>
              <a:ext uri="{FF2B5EF4-FFF2-40B4-BE49-F238E27FC236}">
                <ns2:creationId id="{7BCC184F-7FFA-4C67-8368-0735AFBFD4F1}"/>
              </a:ext>
            </a:extLst>
          </p:cNvPr>
          <p:cNvSpPr>
            <a:spLocks noGrp="1"/>
          </p:cNvSpPr>
          <p:nvPr/>
        </p:nvSpPr>
        <p:spPr>
          <a:xfrm>
            <a:off x="4400550" y="21240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검색 완료</a:t>
            </a:r>
          </a:p>
        </p:txBody>
      </p:sp>
      <p:sp>
        <p:nvSpPr>
          <p:cNvPr id="12" name="">
            <a:extLst>
              <a:ext uri="{FF2B5EF4-FFF2-40B4-BE49-F238E27FC236}">
                <ns2:creationId id="{B663D434-397C-4BF7-95FA-45DEC79D7205}"/>
              </a:ext>
            </a:extLst>
          </p:cNvPr>
          <p:cNvSpPr>
            <a:spLocks noGrp="1"/>
          </p:cNvSpPr>
          <p:nvPr/>
        </p:nvSpPr>
        <p:spPr>
          <a:xfrm>
            <a:off x="7334250" y="2124075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검색 시간 기록</a:t>
            </a:r>
          </a:p>
        </p:txBody>
      </p:sp>
      <p:sp>
        <p:nvSpPr>
          <p:cNvPr id="13" name="">
            <a:extLst>
              <a:ext uri="{FF2B5EF4-FFF2-40B4-BE49-F238E27FC236}">
                <ns2:creationId id="{2A9637E8-8A56-435C-85C4-8C2A21CFC1D6}"/>
              </a:ext>
            </a:extLst>
          </p:cNvPr>
          <p:cNvSpPr>
            <a:spLocks noGrp="1"/>
          </p:cNvSpPr>
          <p:nvPr/>
        </p:nvSpPr>
        <p:spPr>
          <a:xfrm>
            <a:off x="4400550" y="26765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reranking 완료</a:t>
            </a:r>
          </a:p>
        </p:txBody>
      </p:sp>
      <p:sp>
        <p:nvSpPr>
          <p:cNvPr id="14" name="">
            <a:extLst>
              <a:ext uri="{FF2B5EF4-FFF2-40B4-BE49-F238E27FC236}">
                <ns2:creationId id="{E42F59E8-C34A-4028-B508-CA2F89CA5550}"/>
              </a:ext>
            </a:extLst>
          </p:cNvPr>
          <p:cNvSpPr>
            <a:spLocks noGrp="1"/>
          </p:cNvSpPr>
          <p:nvPr/>
        </p:nvSpPr>
        <p:spPr>
          <a:xfrm>
            <a:off x="7334250" y="2676525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답변 시작 전 지연</a:t>
            </a:r>
          </a:p>
        </p:txBody>
      </p:sp>
      <p:sp>
        <p:nvSpPr>
          <p:cNvPr id="15" name="">
            <a:extLst>
              <a:ext uri="{FF2B5EF4-FFF2-40B4-BE49-F238E27FC236}">
                <ns2:creationId id="{895CB07D-F50E-4792-A692-97426044488F}"/>
              </a:ext>
            </a:extLst>
          </p:cNvPr>
          <p:cNvSpPr>
            <a:spLocks noGrp="1"/>
          </p:cNvSpPr>
          <p:nvPr/>
        </p:nvSpPr>
        <p:spPr>
          <a:xfrm>
            <a:off x="4400550" y="32289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첫 token</a:t>
            </a:r>
          </a:p>
        </p:txBody>
      </p:sp>
      <p:sp>
        <p:nvSpPr>
          <p:cNvPr id="16" name="">
            <a:extLst>
              <a:ext uri="{FF2B5EF4-FFF2-40B4-BE49-F238E27FC236}">
                <ns2:creationId id="{944318EC-8476-4485-8E06-B1CAFFFA6335}"/>
              </a:ext>
            </a:extLst>
          </p:cNvPr>
          <p:cNvSpPr>
            <a:spLocks noGrp="1"/>
          </p:cNvSpPr>
          <p:nvPr/>
        </p:nvSpPr>
        <p:spPr>
          <a:xfrm>
            <a:off x="7334250" y="3228975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TTFT·생성 완료·전체 시간</a:t>
            </a:r>
          </a:p>
        </p:txBody>
      </p:sp>
      <p:sp>
        <p:nvSpPr>
          <p:cNvPr id="17" name="">
            <a:extLst>
              <a:ext uri="{FF2B5EF4-FFF2-40B4-BE49-F238E27FC236}">
                <ns2:creationId id="{EA90C2F7-390A-4FF5-ABEB-D040720AB00E}"/>
              </a:ext>
            </a:extLst>
          </p:cNvPr>
          <p:cNvSpPr>
            <a:spLocks noGrp="1"/>
          </p:cNvSpPr>
          <p:nvPr/>
        </p:nvSpPr>
        <p:spPr>
          <a:xfrm>
            <a:off x="4400550" y="3876675"/>
            <a:ext cx="66675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9015D411-2BB6-41A2-BA85-7AD2645F428F}"/>
              </a:ext>
            </a:extLst>
          </p:cNvPr>
          <p:cNvSpPr>
            <a:spLocks noGrp="1"/>
          </p:cNvSpPr>
          <p:nvPr/>
        </p:nvSpPr>
        <p:spPr>
          <a:xfrm>
            <a:off x="4400550" y="42386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Streaming</a:t>
            </a:r>
          </a:p>
        </p:txBody>
      </p:sp>
      <p:sp>
        <p:nvSpPr>
          <p:cNvPr id="19" name="">
            <a:extLst>
              <a:ext uri="{FF2B5EF4-FFF2-40B4-BE49-F238E27FC236}">
                <ns2:creationId id="{FC3885AD-2437-48D3-8093-9E9168C9357E}"/>
              </a:ext>
            </a:extLst>
          </p:cNvPr>
          <p:cNvSpPr>
            <a:spLocks noGrp="1"/>
          </p:cNvSpPr>
          <p:nvPr/>
        </p:nvSpPr>
        <p:spPr>
          <a:xfrm>
            <a:off x="7334250" y="4238625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st.write_stream()</a:t>
            </a:r>
          </a:p>
        </p:txBody>
      </p:sp>
      <p:sp>
        <p:nvSpPr>
          <p:cNvPr id="20" name="">
            <a:extLst>
              <a:ext uri="{FF2B5EF4-FFF2-40B4-BE49-F238E27FC236}">
                <ns2:creationId id="{DD11AEE5-2D0C-49A3-BAED-7CE06D8EAF3A}"/>
              </a:ext>
            </a:extLst>
          </p:cNvPr>
          <p:cNvSpPr>
            <a:spLocks noGrp="1"/>
          </p:cNvSpPr>
          <p:nvPr/>
        </p:nvSpPr>
        <p:spPr>
          <a:xfrm>
            <a:off x="4400550" y="4714875"/>
            <a:ext cx="676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생성 중 답변을 화면에 표시</a:t>
            </a:r>
          </a:p>
        </p:txBody>
      </p:sp>
      <p:sp>
        <p:nvSpPr>
          <p:cNvPr id="21" name="">
            <a:extLst>
              <a:ext uri="{FF2B5EF4-FFF2-40B4-BE49-F238E27FC236}">
                <ns2:creationId id="{E4C05797-6456-4094-9CEB-A6D1B7CBCAC1}"/>
              </a:ext>
            </a:extLst>
          </p:cNvPr>
          <p:cNvSpPr>
            <a:spLocks noGrp="1"/>
          </p:cNvSpPr>
          <p:nvPr/>
        </p:nvSpPr>
        <p:spPr>
          <a:xfrm>
            <a:off x="685800" y="572452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검색·reranking·첫 token 대기는 남음</a:t>
            </a:r>
          </a:p>
        </p:txBody>
      </p:sp>
    </p:spTree>
    <p:extLst>
      <p:ext uri="{BB962C8B-B14F-4D97-AF65-F5344CB8AC3E}">
        <ns3:creationId val="565981719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">
            <a:extLst>
              <a:ext uri="{FF2B5EF4-FFF2-40B4-BE49-F238E27FC236}">
                <ns2:creationId id="{13D4AFAE-B896-4C29-A23B-5D7AFB04AF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B0DF45CA-67C1-408D-ACB8-DDFF34BE922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Streaming으로 답변 생성 과정을 바로 표시</a:t>
            </a:r>
          </a:p>
        </p:txBody>
      </p:sp>
      <p:sp>
        <p:nvSpPr>
          <p:cNvPr id="3" name="">
            <a:extLst>
              <a:ext uri="{FF2B5EF4-FFF2-40B4-BE49-F238E27FC236}">
                <ns2:creationId id="{016DC671-9A3D-4A6D-9A58-215E2672390F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A24346CB-E8EC-4D7B-94AD-99F5A82DDE1F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D24881EB-F965-43C1-8D76-B433FED26B56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6" name="">
            <a:extLst>
              <a:ext uri="{FF2B5EF4-FFF2-40B4-BE49-F238E27FC236}">
                <ns2:creationId id="{3C060EC5-ECBE-4EE8-B76D-259AEF3CEBB8}"/>
              </a:ext>
            </a:extLst>
          </p:cNvPr>
          <p:cNvSpPr>
            <a:spLocks noGrp="1"/>
          </p:cNvSpPr>
          <p:nvPr/>
        </p:nvSpPr>
        <p:spPr>
          <a:xfrm>
            <a:off x="952500" y="1647825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기존</a:t>
            </a:r>
          </a:p>
        </p:txBody>
      </p:sp>
      <p:sp>
        <p:nvSpPr>
          <p:cNvPr id="7" name="">
            <a:extLst>
              <a:ext uri="{FF2B5EF4-FFF2-40B4-BE49-F238E27FC236}">
                <ns2:creationId id="{BCEB65A7-DC15-4D1F-9E48-6615AC4C136E}"/>
              </a:ext>
            </a:extLst>
          </p:cNvPr>
          <p:cNvSpPr>
            <a:spLocks noGrp="1"/>
          </p:cNvSpPr>
          <p:nvPr/>
        </p:nvSpPr>
        <p:spPr>
          <a:xfrm>
            <a:off x="7524750" y="1647825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변경</a:t>
            </a:r>
          </a:p>
        </p:txBody>
      </p:sp>
      <p:sp>
        <p:nvSpPr>
          <p:cNvPr id="8" name="">
            <a:extLst>
              <a:ext uri="{FF2B5EF4-FFF2-40B4-BE49-F238E27FC236}">
                <ns2:creationId id="{E3504125-B34C-4318-95A6-E8A59783E50D}"/>
              </a:ext>
            </a:extLst>
          </p:cNvPr>
          <p:cNvSpPr>
            <a:spLocks noGrp="1"/>
          </p:cNvSpPr>
          <p:nvPr/>
        </p:nvSpPr>
        <p:spPr>
          <a:xfrm>
            <a:off x="5619750" y="264795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086"/>
          </a:bodyPr>
          <a:lstStyle/>
          <a:p>
            <a:pPr algn="ctr">
              <a:defRPr sz="46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9" name="">
            <a:extLst>
              <a:ext uri="{FF2B5EF4-FFF2-40B4-BE49-F238E27FC236}">
                <ns2:creationId id="{791AE809-D8BB-4CE8-B482-DDBDDC2C36A3}"/>
              </a:ext>
            </a:extLst>
          </p:cNvPr>
          <p:cNvSpPr>
            <a:spLocks noGrp="1"/>
          </p:cNvSpPr>
          <p:nvPr/>
        </p:nvSpPr>
        <p:spPr>
          <a:xfrm>
            <a:off x="6019800" y="2114550"/>
            <a:ext cx="19050" cy="285750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800F219F-EE1A-4AB7-9E9D-39E2083CBA14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619"/>
          </a:bodyPr>
          <a:lstStyle/>
          <a:p>
            <a:pPr algn="ctr">
              <a:defRPr sz="52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일괄 대기</a:t>
            </a:r>
          </a:p>
        </p:txBody>
      </p:sp>
      <p:sp>
        <p:nvSpPr>
          <p:cNvPr id="11" name="">
            <a:extLst>
              <a:ext uri="{FF2B5EF4-FFF2-40B4-BE49-F238E27FC236}">
                <ns2:creationId id="{FB9EACD3-C815-4A46-A780-B17F9F29E076}"/>
              </a:ext>
            </a:extLst>
          </p:cNvPr>
          <p:cNvSpPr>
            <a:spLocks noGrp="1"/>
          </p:cNvSpPr>
          <p:nvPr/>
        </p:nvSpPr>
        <p:spPr>
          <a:xfrm>
            <a:off x="7524750" y="2190750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619"/>
          </a:bodyPr>
          <a:lstStyle/>
          <a:p>
            <a:pPr algn="ctr">
              <a:defRPr sz="52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생성 중</a:t>
            </a:r>
          </a:p>
        </p:txBody>
      </p:sp>
      <p:sp>
        <p:nvSpPr>
          <p:cNvPr id="12" name="">
            <a:extLst>
              <a:ext uri="{FF2B5EF4-FFF2-40B4-BE49-F238E27FC236}">
                <ns2:creationId id="{F2916FBB-ECF7-4569-8E3C-067B7FDE6BF8}"/>
              </a:ext>
            </a:extLst>
          </p:cNvPr>
          <p:cNvSpPr>
            <a:spLocks noGrp="1"/>
          </p:cNvSpPr>
          <p:nvPr/>
        </p:nvSpPr>
        <p:spPr>
          <a:xfrm>
            <a:off x="952500" y="30861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답변 완료 후 표시</a:t>
            </a:r>
          </a:p>
        </p:txBody>
      </p:sp>
      <p:sp>
        <p:nvSpPr>
          <p:cNvPr id="13" name="">
            <a:extLst>
              <a:ext uri="{FF2B5EF4-FFF2-40B4-BE49-F238E27FC236}">
                <ns2:creationId id="{6D115E26-6B1C-42C3-8AB1-93B62668A68C}"/>
              </a:ext>
            </a:extLst>
          </p:cNvPr>
          <p:cNvSpPr>
            <a:spLocks noGrp="1"/>
          </p:cNvSpPr>
          <p:nvPr/>
        </p:nvSpPr>
        <p:spPr>
          <a:xfrm>
            <a:off x="7524750" y="30861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st.write_stream()</a:t>
            </a:r>
          </a:p>
        </p:txBody>
      </p:sp>
      <p:sp>
        <p:nvSpPr>
          <p:cNvPr id="14" name="">
            <a:extLst>
              <a:ext uri="{FF2B5EF4-FFF2-40B4-BE49-F238E27FC236}">
                <ns2:creationId id="{D2E5C0AD-0EF7-4A9B-A996-25552B42F9C4}"/>
              </a:ext>
            </a:extLst>
          </p:cNvPr>
          <p:cNvSpPr>
            <a:spLocks noGrp="1"/>
          </p:cNvSpPr>
          <p:nvPr/>
        </p:nvSpPr>
        <p:spPr>
          <a:xfrm>
            <a:off x="952500" y="35909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0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검색·reranking 후 대기</a:t>
            </a:r>
          </a:p>
        </p:txBody>
      </p:sp>
      <p:sp>
        <p:nvSpPr>
          <p:cNvPr id="15" name="">
            <a:extLst>
              <a:ext uri="{FF2B5EF4-FFF2-40B4-BE49-F238E27FC236}">
                <ns2:creationId id="{7E7EEA79-0E1B-4933-A1A6-539C8327AEFF}"/>
              </a:ext>
            </a:extLst>
          </p:cNvPr>
          <p:cNvSpPr>
            <a:spLocks noGrp="1"/>
          </p:cNvSpPr>
          <p:nvPr/>
        </p:nvSpPr>
        <p:spPr>
          <a:xfrm>
            <a:off x="7524750" y="35909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0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첫 token 이후 순차 표시</a:t>
            </a:r>
          </a:p>
        </p:txBody>
      </p:sp>
      <p:sp>
        <p:nvSpPr>
          <p:cNvPr id="16" name="">
            <a:extLst>
              <a:ext uri="{FF2B5EF4-FFF2-40B4-BE49-F238E27FC236}">
                <ns2:creationId id="{578B97B6-C9AE-46F3-8875-355CC3D79E92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08204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B1F2D88C-A0CF-4076-B50C-BD398BE815E1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1905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변경 범위</a:t>
            </a:r>
          </a:p>
        </p:txBody>
      </p:sp>
      <p:sp>
        <p:nvSpPr>
          <p:cNvPr id="18" name="">
            <a:extLst>
              <a:ext uri="{FF2B5EF4-FFF2-40B4-BE49-F238E27FC236}">
                <ns2:creationId id="{96440CE8-D588-4020-85FD-3CF862BA8CD5}"/>
              </a:ext>
            </a:extLst>
          </p:cNvPr>
          <p:cNvSpPr>
            <a:spLocks noGrp="1"/>
          </p:cNvSpPr>
          <p:nvPr/>
        </p:nvSpPr>
        <p:spPr>
          <a:xfrm>
            <a:off x="2714625" y="49720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답변 표시 방식</a:t>
            </a:r>
          </a:p>
        </p:txBody>
      </p:sp>
      <p:sp>
        <p:nvSpPr>
          <p:cNvPr id="19" name="">
            <a:extLst>
              <a:ext uri="{FF2B5EF4-FFF2-40B4-BE49-F238E27FC236}">
                <ns2:creationId id="{461AD766-AF14-4469-B6DB-5C55B1F83544}"/>
              </a:ext>
            </a:extLst>
          </p:cNvPr>
          <p:cNvSpPr>
            <a:spLocks noGrp="1"/>
          </p:cNvSpPr>
          <p:nvPr/>
        </p:nvSpPr>
        <p:spPr>
          <a:xfrm>
            <a:off x="6667500" y="49720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병목 지점은 로그로 측정</a:t>
            </a:r>
          </a:p>
        </p:txBody>
      </p:sp>
      <p:sp>
        <p:nvSpPr>
          <p:cNvPr id="20" name="">
            <a:extLst>
              <a:ext uri="{FF2B5EF4-FFF2-40B4-BE49-F238E27FC236}">
                <ns2:creationId id="{EA9863F6-0ADA-4EB8-A9B0-CFF9CB9F2DDE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001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체감 응답을 개선했지만 실제 검색·TTFT 지연은 남음</a:t>
            </a:r>
          </a:p>
        </p:txBody>
      </p:sp>
    </p:spTree>
    <p:extLst>
      <p:ext uri="{BB962C8B-B14F-4D97-AF65-F5344CB8AC3E}">
        <ns3:creationId val="1320355798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5" name="">
            <a:extLst>
              <a:ext uri="{FF2B5EF4-FFF2-40B4-BE49-F238E27FC236}">
                <ns2:creationId id="{A7E46A9F-9B21-4B4B-ACA1-C39A6AB782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BF8BC0D9-B7C9-46DE-AA1A-68D2918C176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긴 대화에서도 UI 기록은 유지</a:t>
            </a:r>
          </a:p>
        </p:txBody>
      </p:sp>
      <p:sp>
        <p:nvSpPr>
          <p:cNvPr id="3" name="">
            <a:extLst>
              <a:ext uri="{FF2B5EF4-FFF2-40B4-BE49-F238E27FC236}">
                <ns2:creationId id="{150E6B77-546D-48DD-A16A-6E9E8C908683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7A68042D-845F-4799-A0A8-9C6C183442E5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3CC8B808-A76F-4DD2-A881-C13FF7B23D4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" name="">
            <a:extLst>
              <a:ext uri="{FF2B5EF4-FFF2-40B4-BE49-F238E27FC236}">
                <ns2:creationId id="{7FD101F9-5365-4F35-BF78-87F5E3112A1A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UI</a:t>
            </a:r>
          </a:p>
        </p:txBody>
      </p:sp>
      <p:sp>
        <p:nvSpPr>
          <p:cNvPr id="7" name="">
            <a:extLst>
              <a:ext uri="{FF2B5EF4-FFF2-40B4-BE49-F238E27FC236}">
                <ns2:creationId id="{81A6321A-295A-4367-86DB-8EF10A7E480D}"/>
              </a:ext>
            </a:extLst>
          </p:cNvPr>
          <p:cNvSpPr>
            <a:spLocks noGrp="1"/>
          </p:cNvSpPr>
          <p:nvPr/>
        </p:nvSpPr>
        <p:spPr>
          <a:xfrm>
            <a:off x="6667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전체 history</a:t>
            </a:r>
          </a:p>
        </p:txBody>
      </p:sp>
      <p:sp>
        <p:nvSpPr>
          <p:cNvPr id="8" name="">
            <a:extLst>
              <a:ext uri="{FF2B5EF4-FFF2-40B4-BE49-F238E27FC236}">
                <ns2:creationId id="{85B8B9F4-1393-486C-83C9-5E91267E0CE8}"/>
              </a:ext>
            </a:extLst>
          </p:cNvPr>
          <p:cNvSpPr>
            <a:spLocks noGrp="1"/>
          </p:cNvSpPr>
          <p:nvPr/>
        </p:nvSpPr>
        <p:spPr>
          <a:xfrm>
            <a:off x="24955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53F68C46-85F8-46EB-B2A6-9CA4C864A791}"/>
              </a:ext>
            </a:extLst>
          </p:cNvPr>
          <p:cNvSpPr>
            <a:spLocks noGrp="1"/>
          </p:cNvSpPr>
          <p:nvPr/>
        </p:nvSpPr>
        <p:spPr>
          <a:xfrm>
            <a:off x="28575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Agent</a:t>
            </a:r>
          </a:p>
        </p:txBody>
      </p:sp>
      <p:sp>
        <p:nvSpPr>
          <p:cNvPr id="10" name="">
            <a:extLst>
              <a:ext uri="{FF2B5EF4-FFF2-40B4-BE49-F238E27FC236}">
                <ns2:creationId id="{C1793693-21F1-4165-AFB4-FF4E5FA73D8B}"/>
              </a:ext>
            </a:extLst>
          </p:cNvPr>
          <p:cNvSpPr>
            <a:spLocks noGrp="1"/>
          </p:cNvSpPr>
          <p:nvPr/>
        </p:nvSpPr>
        <p:spPr>
          <a:xfrm>
            <a:off x="28384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최근 6개</a:t>
            </a:r>
          </a:p>
        </p:txBody>
      </p:sp>
      <p:sp>
        <p:nvSpPr>
          <p:cNvPr id="11" name="">
            <a:extLst>
              <a:ext uri="{FF2B5EF4-FFF2-40B4-BE49-F238E27FC236}">
                <ns2:creationId id="{7C99DE5F-FA97-46BB-B559-B25D3562F913}"/>
              </a:ext>
            </a:extLst>
          </p:cNvPr>
          <p:cNvSpPr>
            <a:spLocks noGrp="1"/>
          </p:cNvSpPr>
          <p:nvPr/>
        </p:nvSpPr>
        <p:spPr>
          <a:xfrm>
            <a:off x="46672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9FAF0BA4-4E2E-4A46-A733-2E203D845065}"/>
              </a:ext>
            </a:extLst>
          </p:cNvPr>
          <p:cNvSpPr>
            <a:spLocks noGrp="1"/>
          </p:cNvSpPr>
          <p:nvPr/>
        </p:nvSpPr>
        <p:spPr>
          <a:xfrm>
            <a:off x="50292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질문</a:t>
            </a:r>
          </a:p>
        </p:txBody>
      </p:sp>
      <p:sp>
        <p:nvSpPr>
          <p:cNvPr id="13" name="">
            <a:extLst>
              <a:ext uri="{FF2B5EF4-FFF2-40B4-BE49-F238E27FC236}">
                <ns2:creationId id="{E8E15389-B553-4CB1-BE03-67C668BF5C71}"/>
              </a:ext>
            </a:extLst>
          </p:cNvPr>
          <p:cNvSpPr>
            <a:spLocks noGrp="1"/>
          </p:cNvSpPr>
          <p:nvPr/>
        </p:nvSpPr>
        <p:spPr>
          <a:xfrm>
            <a:off x="50101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RAG 실행</a:t>
            </a:r>
          </a:p>
        </p:txBody>
      </p:sp>
      <p:sp>
        <p:nvSpPr>
          <p:cNvPr id="14" name="">
            <a:extLst>
              <a:ext uri="{FF2B5EF4-FFF2-40B4-BE49-F238E27FC236}">
                <ns2:creationId id="{E6CF465D-D96E-453D-97DC-12685C2B68CB}"/>
              </a:ext>
            </a:extLst>
          </p:cNvPr>
          <p:cNvSpPr>
            <a:spLocks noGrp="1"/>
          </p:cNvSpPr>
          <p:nvPr/>
        </p:nvSpPr>
        <p:spPr>
          <a:xfrm>
            <a:off x="68389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895FE2A7-2AB2-4773-BBDC-CF77D76BECC4}"/>
              </a:ext>
            </a:extLst>
          </p:cNvPr>
          <p:cNvSpPr>
            <a:spLocks noGrp="1"/>
          </p:cNvSpPr>
          <p:nvPr/>
        </p:nvSpPr>
        <p:spPr>
          <a:xfrm>
            <a:off x="72009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답변</a:t>
            </a:r>
          </a:p>
        </p:txBody>
      </p:sp>
      <p:sp>
        <p:nvSpPr>
          <p:cNvPr id="16" name="">
            <a:extLst>
              <a:ext uri="{FF2B5EF4-FFF2-40B4-BE49-F238E27FC236}">
                <ns2:creationId id="{54F6644D-669B-43A6-9303-C31C446452A4}"/>
              </a:ext>
            </a:extLst>
          </p:cNvPr>
          <p:cNvSpPr>
            <a:spLocks noGrp="1"/>
          </p:cNvSpPr>
          <p:nvPr/>
        </p:nvSpPr>
        <p:spPr>
          <a:xfrm>
            <a:off x="71818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대화 유지</a:t>
            </a:r>
          </a:p>
        </p:txBody>
      </p:sp>
      <p:sp>
        <p:nvSpPr>
          <p:cNvPr id="17" name="">
            <a:extLst>
              <a:ext uri="{FF2B5EF4-FFF2-40B4-BE49-F238E27FC236}">
                <ns2:creationId id="{CEB42841-CF95-4332-93F5-EDDDAB23D2DA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144B511A-D757-40FE-AABA-D33ED041CE8A}"/>
              </a:ext>
            </a:extLst>
          </p:cNvPr>
          <p:cNvSpPr>
            <a:spLocks noGrp="1"/>
          </p:cNvSpPr>
          <p:nvPr/>
        </p:nvSpPr>
        <p:spPr>
          <a:xfrm>
            <a:off x="93726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출력</a:t>
            </a:r>
          </a:p>
        </p:txBody>
      </p:sp>
      <p:sp>
        <p:nvSpPr>
          <p:cNvPr id="19" name="">
            <a:extLst>
              <a:ext uri="{FF2B5EF4-FFF2-40B4-BE49-F238E27FC236}">
                <ns2:creationId id="{511A4A97-4129-472B-AF79-120DF388F0A6}"/>
              </a:ext>
            </a:extLst>
          </p:cNvPr>
          <p:cNvSpPr>
            <a:spLocks noGrp="1"/>
          </p:cNvSpPr>
          <p:nvPr/>
        </p:nvSpPr>
        <p:spPr>
          <a:xfrm>
            <a:off x="93535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98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Streaming</a:t>
            </a:r>
          </a:p>
        </p:txBody>
      </p:sp>
      <p:sp>
        <p:nvSpPr>
          <p:cNvPr id="20" name="">
            <a:extLst>
              <a:ext uri="{FF2B5EF4-FFF2-40B4-BE49-F238E27FC236}">
                <ns2:creationId id="{74641B88-EDA4-4931-98C9-5C19BF2481D3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108204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ACCF2C3C-BC3C-41A2-8AB7-44B05DD1E193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3810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대화 상태 관리</a:t>
            </a:r>
          </a:p>
        </p:txBody>
      </p:sp>
      <p:sp>
        <p:nvSpPr>
          <p:cNvPr id="22" name="">
            <a:extLst>
              <a:ext uri="{FF2B5EF4-FFF2-40B4-BE49-F238E27FC236}">
                <ns2:creationId id="{2157D559-ABB4-4585-B63B-FBEC959F1DE1}"/>
              </a:ext>
            </a:extLst>
          </p:cNvPr>
          <p:cNvSpPr>
            <a:spLocks noGrp="1"/>
          </p:cNvSpPr>
          <p:nvPr/>
        </p:nvSpPr>
        <p:spPr>
          <a:xfrm>
            <a:off x="685800" y="4410075"/>
            <a:ext cx="476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화면의 전체 대화 기록은 유지</a:t>
            </a:r>
          </a:p>
        </p:txBody>
      </p:sp>
      <p:sp>
        <p:nvSpPr>
          <p:cNvPr id="23" name="">
            <a:extLst>
              <a:ext uri="{FF2B5EF4-FFF2-40B4-BE49-F238E27FC236}">
                <ns2:creationId id="{B33ED91F-0F77-49EF-A137-195256BA003F}"/>
              </a:ext>
            </a:extLst>
          </p:cNvPr>
          <p:cNvSpPr>
            <a:spLocks noGrp="1"/>
          </p:cNvSpPr>
          <p:nvPr/>
        </p:nvSpPr>
        <p:spPr>
          <a:xfrm>
            <a:off x="5810250" y="4410075"/>
            <a:ext cx="5619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726"/>
          </a:bodyPr>
          <a:lstStyle/>
          <a:p>
            <a:pPr algn="l">
              <a:defRPr sz="21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Agent 입력에는 최근 6개 message만 전달</a:t>
            </a:r>
          </a:p>
        </p:txBody>
      </p:sp>
      <p:sp>
        <p:nvSpPr>
          <p:cNvPr id="24" name="">
            <a:extLst>
              <a:ext uri="{FF2B5EF4-FFF2-40B4-BE49-F238E27FC236}">
                <ns2:creationId id="{1BAD41E7-F2CE-409E-A513-CB2F12272244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작은 그림은 원본 크기에 맞춰 표시</a:t>
            </a:r>
          </a:p>
        </p:txBody>
      </p:sp>
    </p:spTree>
    <p:extLst>
      <p:ext uri="{BB962C8B-B14F-4D97-AF65-F5344CB8AC3E}">
        <ns3:creationId val="787708702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516739E4-4923-4D40-AADE-D17002A853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F7F1D7EE-F296-46C7-A580-FF00967A642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Synthetic Holdout 50문항 Retrieval 평가</a:t>
            </a:r>
          </a:p>
        </p:txBody>
      </p:sp>
      <p:sp>
        <p:nvSpPr>
          <p:cNvPr id="3" name="">
            <a:extLst>
              <a:ext uri="{FF2B5EF4-FFF2-40B4-BE49-F238E27FC236}">
                <ns2:creationId id="{280B1A5E-69D1-4633-962B-5B5A4D136E3F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216E7D7B-F74C-4C0B-8D26-40B24938569F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A08C0FA7-6C97-4C29-94AE-115333212146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" name="">
            <a:extLst>
              <a:ext uri="{FF2B5EF4-FFF2-40B4-BE49-F238E27FC236}">
                <ns2:creationId id="{CE76AB8C-4C80-4428-A862-E5D2C79B3C1B}"/>
              </a:ext>
            </a:extLst>
          </p:cNvPr>
          <p:cNvSpPr>
            <a:spLocks noGrp="1"/>
          </p:cNvSpPr>
          <p:nvPr/>
        </p:nvSpPr>
        <p:spPr>
          <a:xfrm>
            <a:off x="685800" y="15525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최신 Retrieval Top-5</a:t>
            </a:r>
          </a:p>
        </p:txBody>
      </p:sp>
      <p:sp>
        <p:nvSpPr>
          <p:cNvPr id="7" name="">
            <a:extLst>
              <a:ext uri="{FF2B5EF4-FFF2-40B4-BE49-F238E27FC236}">
                <ns2:creationId id="{53C32EF9-C38F-493C-86F9-F5CDF416A8B5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4953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33"/>
          </a:bodyPr>
          <a:lstStyle/>
          <a:p>
            <a:pPr algn="l">
              <a:defRPr sz="7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94%</a:t>
            </a:r>
          </a:p>
        </p:txBody>
      </p:sp>
      <p:sp>
        <p:nvSpPr>
          <p:cNvPr id="8" name="">
            <a:extLst>
              <a:ext uri="{FF2B5EF4-FFF2-40B4-BE49-F238E27FC236}">
                <ns2:creationId id="{272272B2-404F-452B-A5C1-1BD2E1DE9D23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Hit@5 · 47 / 50</a:t>
            </a:r>
          </a:p>
        </p:txBody>
      </p:sp>
      <p:sp>
        <p:nvSpPr>
          <p:cNvPr id="9" name="">
            <a:extLst>
              <a:ext uri="{FF2B5EF4-FFF2-40B4-BE49-F238E27FC236}">
                <ns2:creationId id="{B960CA79-48F2-47B8-BB2C-7C4D7C86F26B}"/>
              </a:ext>
            </a:extLst>
          </p:cNvPr>
          <p:cNvSpPr>
            <a:spLocks noGrp="1"/>
          </p:cNvSpPr>
          <p:nvPr/>
        </p:nvSpPr>
        <p:spPr>
          <a:xfrm>
            <a:off x="6096000" y="1733550"/>
            <a:ext cx="19050" cy="37147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4364758B-B97B-41C6-9D40-557336692AAB}"/>
              </a:ext>
            </a:extLst>
          </p:cNvPr>
          <p:cNvSpPr>
            <a:spLocks noGrp="1"/>
          </p:cNvSpPr>
          <p:nvPr/>
        </p:nvSpPr>
        <p:spPr>
          <a:xfrm>
            <a:off x="6686550" y="2209800"/>
            <a:ext cx="4476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017"/>
          </a:bodyPr>
          <a:lstStyle/>
          <a:p>
            <a:pPr algn="l">
              <a:defRPr sz="585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47/50</a:t>
            </a:r>
          </a:p>
        </p:txBody>
      </p:sp>
      <p:sp>
        <p:nvSpPr>
          <p:cNvPr id="11" name="">
            <a:extLst>
              <a:ext uri="{FF2B5EF4-FFF2-40B4-BE49-F238E27FC236}">
                <ns2:creationId id="{71D778AA-A533-4AA4-A90F-A1FC2AA584ED}"/>
              </a:ext>
            </a:extLst>
          </p:cNvPr>
          <p:cNvSpPr>
            <a:spLocks noGrp="1"/>
          </p:cNvSpPr>
          <p:nvPr/>
        </p:nvSpPr>
        <p:spPr>
          <a:xfrm>
            <a:off x="6762750" y="316230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정답 근거 포함</a:t>
            </a:r>
          </a:p>
        </p:txBody>
      </p:sp>
      <p:sp>
        <p:nvSpPr>
          <p:cNvPr id="12" name="">
            <a:extLst>
              <a:ext uri="{FF2B5EF4-FFF2-40B4-BE49-F238E27FC236}">
                <ns2:creationId id="{F5B89352-8E81-45ED-9C21-3521CC94C9D1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10/04 관찰: Top-5 90%, MRR@5 0.8033</a:t>
            </a:r>
          </a:p>
        </p:txBody>
      </p:sp>
      <p:sp>
        <p:nvSpPr>
          <p:cNvPr id="13" name="">
            <a:extLst>
              <a:ext uri="{FF2B5EF4-FFF2-40B4-BE49-F238E27FC236}">
                <ns2:creationId id="{ABED0CA1-C71F-452C-BAC0-54B30EBA068C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10/05 관찰: Top-5 92%, MRR@5 0.8083</a:t>
            </a:r>
          </a:p>
        </p:txBody>
      </p:sp>
      <p:sp>
        <p:nvSpPr>
          <p:cNvPr id="14" name="">
            <a:extLst>
              <a:ext uri="{FF2B5EF4-FFF2-40B4-BE49-F238E27FC236}">
                <ns2:creationId id="{98C93DEC-8C2E-4B8F-9FDC-F48B75B42FEE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885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일부 조건이 달라 동일 조건 직접 비교 아님</a:t>
            </a:r>
          </a:p>
        </p:txBody>
      </p:sp>
    </p:spTree>
    <p:extLst>
      <p:ext uri="{BB962C8B-B14F-4D97-AF65-F5344CB8AC3E}">
        <ns3:creationId val="511292023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">
            <a:extLst>
              <a:ext uri="{FF2B5EF4-FFF2-40B4-BE49-F238E27FC236}">
                <ns2:creationId id="{13D4AFAE-B896-4C29-A23B-5D7AFB04AF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B0DF45CA-67C1-408D-ACB8-DDFF34BE922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Retrieval MISS ≠ Answer 오답</a:t>
            </a:r>
          </a:p>
        </p:txBody>
      </p:sp>
      <p:sp>
        <p:nvSpPr>
          <p:cNvPr id="3" name="">
            <a:extLst>
              <a:ext uri="{FF2B5EF4-FFF2-40B4-BE49-F238E27FC236}">
                <ns2:creationId id="{016DC671-9A3D-4A6D-9A58-215E2672390F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A24346CB-E8EC-4D7B-94AD-99F5A82DDE1F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D24881EB-F965-43C1-8D76-B433FED26B56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" name="">
            <a:extLst>
              <a:ext uri="{FF2B5EF4-FFF2-40B4-BE49-F238E27FC236}">
                <ns2:creationId id="{3C060EC5-ECBE-4EE8-B76D-259AEF3CEBB8}"/>
              </a:ext>
            </a:extLst>
          </p:cNvPr>
          <p:cNvSpPr>
            <a:spLocks noGrp="1"/>
          </p:cNvSpPr>
          <p:nvPr/>
        </p:nvSpPr>
        <p:spPr>
          <a:xfrm>
            <a:off x="952500" y="1647825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Retrieval Top-5</a:t>
            </a:r>
          </a:p>
        </p:txBody>
      </p:sp>
      <p:sp>
        <p:nvSpPr>
          <p:cNvPr id="7" name="">
            <a:extLst>
              <a:ext uri="{FF2B5EF4-FFF2-40B4-BE49-F238E27FC236}">
                <ns2:creationId id="{BCEB65A7-DC15-4D1F-9E48-6615AC4C136E}"/>
              </a:ext>
            </a:extLst>
          </p:cNvPr>
          <p:cNvSpPr>
            <a:spLocks noGrp="1"/>
          </p:cNvSpPr>
          <p:nvPr/>
        </p:nvSpPr>
        <p:spPr>
          <a:xfrm>
            <a:off x="7524750" y="1647825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Answer Accuracy · 엄격</a:t>
            </a:r>
          </a:p>
        </p:txBody>
      </p:sp>
      <p:sp>
        <p:nvSpPr>
          <p:cNvPr id="8" name="">
            <a:extLst>
              <a:ext uri="{FF2B5EF4-FFF2-40B4-BE49-F238E27FC236}">
                <ns2:creationId id="{E3504125-B34C-4318-95A6-E8A59783E50D}"/>
              </a:ext>
            </a:extLst>
          </p:cNvPr>
          <p:cNvSpPr>
            <a:spLocks noGrp="1"/>
          </p:cNvSpPr>
          <p:nvPr/>
        </p:nvSpPr>
        <p:spPr>
          <a:xfrm>
            <a:off x="5619750" y="264795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086"/>
          </a:bodyPr>
          <a:lstStyle/>
          <a:p>
            <a:pPr algn="ctr">
              <a:defRPr sz="46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≠</a:t>
            </a:r>
          </a:p>
        </p:txBody>
      </p:sp>
      <p:sp>
        <p:nvSpPr>
          <p:cNvPr id="9" name="">
            <a:extLst>
              <a:ext uri="{FF2B5EF4-FFF2-40B4-BE49-F238E27FC236}">
                <ns2:creationId id="{791AE809-D8BB-4CE8-B482-DDBDDC2C36A3}"/>
              </a:ext>
            </a:extLst>
          </p:cNvPr>
          <p:cNvSpPr>
            <a:spLocks noGrp="1"/>
          </p:cNvSpPr>
          <p:nvPr/>
        </p:nvSpPr>
        <p:spPr>
          <a:xfrm>
            <a:off x="6019800" y="2114550"/>
            <a:ext cx="19050" cy="285750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800F219F-EE1A-4AB7-9E9D-39E2083CBA14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619"/>
          </a:bodyPr>
          <a:lstStyle/>
          <a:p>
            <a:pPr algn="ctr">
              <a:defRPr sz="52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94%</a:t>
            </a:r>
          </a:p>
        </p:txBody>
      </p:sp>
      <p:sp>
        <p:nvSpPr>
          <p:cNvPr id="11" name="">
            <a:extLst>
              <a:ext uri="{FF2B5EF4-FFF2-40B4-BE49-F238E27FC236}">
                <ns2:creationId id="{FB9EACD3-C815-4A46-A780-B17F9F29E076}"/>
              </a:ext>
            </a:extLst>
          </p:cNvPr>
          <p:cNvSpPr>
            <a:spLocks noGrp="1"/>
          </p:cNvSpPr>
          <p:nvPr/>
        </p:nvSpPr>
        <p:spPr>
          <a:xfrm>
            <a:off x="7524750" y="2190750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619"/>
          </a:bodyPr>
          <a:lstStyle/>
          <a:p>
            <a:pPr algn="ctr">
              <a:defRPr sz="52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98%</a:t>
            </a:r>
          </a:p>
        </p:txBody>
      </p:sp>
      <p:sp>
        <p:nvSpPr>
          <p:cNvPr id="12" name="">
            <a:extLst>
              <a:ext uri="{FF2B5EF4-FFF2-40B4-BE49-F238E27FC236}">
                <ns2:creationId id="{F2916FBB-ECF7-4569-8E3C-067B7FDE6BF8}"/>
              </a:ext>
            </a:extLst>
          </p:cNvPr>
          <p:cNvSpPr>
            <a:spLocks noGrp="1"/>
          </p:cNvSpPr>
          <p:nvPr/>
        </p:nvSpPr>
        <p:spPr>
          <a:xfrm>
            <a:off x="952500" y="30861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47 / 50 HIT</a:t>
            </a:r>
          </a:p>
        </p:txBody>
      </p:sp>
      <p:sp>
        <p:nvSpPr>
          <p:cNvPr id="13" name="">
            <a:extLst>
              <a:ext uri="{FF2B5EF4-FFF2-40B4-BE49-F238E27FC236}">
                <ns2:creationId id="{6D115E26-6B1C-42C3-8AB1-93B62668A68C}"/>
              </a:ext>
            </a:extLst>
          </p:cNvPr>
          <p:cNvSpPr>
            <a:spLocks noGrp="1"/>
          </p:cNvSpPr>
          <p:nvPr/>
        </p:nvSpPr>
        <p:spPr>
          <a:xfrm>
            <a:off x="7524750" y="30861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정답 49 / 50</a:t>
            </a:r>
          </a:p>
        </p:txBody>
      </p:sp>
      <p:sp>
        <p:nvSpPr>
          <p:cNvPr id="14" name="">
            <a:extLst>
              <a:ext uri="{FF2B5EF4-FFF2-40B4-BE49-F238E27FC236}">
                <ns2:creationId id="{D2E5C0AD-0EF7-4A9B-A996-25552B42F9C4}"/>
              </a:ext>
            </a:extLst>
          </p:cNvPr>
          <p:cNvSpPr>
            <a:spLocks noGrp="1"/>
          </p:cNvSpPr>
          <p:nvPr/>
        </p:nvSpPr>
        <p:spPr>
          <a:xfrm>
            <a:off x="952500" y="35909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0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근거 기준</a:t>
            </a:r>
          </a:p>
        </p:txBody>
      </p:sp>
      <p:sp>
        <p:nvSpPr>
          <p:cNvPr id="15" name="">
            <a:extLst>
              <a:ext uri="{FF2B5EF4-FFF2-40B4-BE49-F238E27FC236}">
                <ns2:creationId id="{7E7EEA79-0E1B-4933-A1A6-539C8327AEFF}"/>
              </a:ext>
            </a:extLst>
          </p:cNvPr>
          <p:cNvSpPr>
            <a:spLocks noGrp="1"/>
          </p:cNvSpPr>
          <p:nvPr/>
        </p:nvSpPr>
        <p:spPr>
          <a:xfrm>
            <a:off x="7524750" y="35909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0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8A91"/>
                </a:solidFill>
                <a:latin typeface="Noto Sans KR"/>
                <a:ea typeface="Noto Sans KR"/>
                <a:cs typeface="Noto Sans KR"/>
              </a:rPr>
              <a:t>부분 정답 1 · 오답 0</a:t>
            </a:r>
          </a:p>
        </p:txBody>
      </p:sp>
      <p:sp>
        <p:nvSpPr>
          <p:cNvPr id="16" name="">
            <a:extLst>
              <a:ext uri="{FF2B5EF4-FFF2-40B4-BE49-F238E27FC236}">
                <ns2:creationId id="{578B97B6-C9AE-46F3-8875-355CC3D79E92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08204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B1F2D88C-A0CF-4076-B50C-BD398BE815E1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1905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평가 대상</a:t>
            </a:r>
          </a:p>
        </p:txBody>
      </p:sp>
      <p:sp>
        <p:nvSpPr>
          <p:cNvPr id="18" name="">
            <a:extLst>
              <a:ext uri="{FF2B5EF4-FFF2-40B4-BE49-F238E27FC236}">
                <ns2:creationId id="{96440CE8-D588-4020-85FD-3CF862BA8CD5}"/>
              </a:ext>
            </a:extLst>
          </p:cNvPr>
          <p:cNvSpPr>
            <a:spLocks noGrp="1"/>
          </p:cNvSpPr>
          <p:nvPr/>
        </p:nvSpPr>
        <p:spPr>
          <a:xfrm>
            <a:off x="2714625" y="49720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Top-5 근거 포함 여부</a:t>
            </a:r>
          </a:p>
        </p:txBody>
      </p:sp>
      <p:sp>
        <p:nvSpPr>
          <p:cNvPr id="19" name="">
            <a:extLst>
              <a:ext uri="{FF2B5EF4-FFF2-40B4-BE49-F238E27FC236}">
                <ns2:creationId id="{461AD766-AF14-4469-B6DB-5C55B1F83544}"/>
              </a:ext>
            </a:extLst>
          </p:cNvPr>
          <p:cNvSpPr>
            <a:spLocks noGrp="1"/>
          </p:cNvSpPr>
          <p:nvPr/>
        </p:nvSpPr>
        <p:spPr>
          <a:xfrm>
            <a:off x="6667500" y="49720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최종 답변의 정확성</a:t>
            </a:r>
          </a:p>
        </p:txBody>
      </p:sp>
      <p:sp>
        <p:nvSpPr>
          <p:cNvPr id="20" name="">
            <a:extLst>
              <a:ext uri="{FF2B5EF4-FFF2-40B4-BE49-F238E27FC236}">
                <ns2:creationId id="{EA9863F6-0ADA-4EB8-A9B0-CFF9CB9F2DDE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001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다른 유효 근거로 정답을 만들 수 있음</a:t>
            </a:r>
          </a:p>
        </p:txBody>
      </p:sp>
    </p:spTree>
    <p:extLst>
      <p:ext uri="{BB962C8B-B14F-4D97-AF65-F5344CB8AC3E}">
        <ns3:creationId val="1320355798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5" name="">
            <a:extLst>
              <a:ext uri="{FF2B5EF4-FFF2-40B4-BE49-F238E27FC236}">
                <ns2:creationId id="{A7E46A9F-9B21-4B4B-ACA1-C39A6AB782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BF8BC0D9-B7C9-46DE-AA1A-68D2918C176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차량 매뉴얼 RAG의 검색과 응답 품질을 개선</a:t>
            </a:r>
          </a:p>
        </p:txBody>
      </p:sp>
      <p:sp>
        <p:nvSpPr>
          <p:cNvPr id="3" name="">
            <a:extLst>
              <a:ext uri="{FF2B5EF4-FFF2-40B4-BE49-F238E27FC236}">
                <ns2:creationId id="{150E6B77-546D-48DD-A16A-6E9E8C908683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7A68042D-845F-4799-A0A8-9C6C183442E5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SONATA 2026  |  CAR MANUAL RAG</a:t>
            </a:r>
          </a:p>
        </p:txBody>
      </p:sp>
      <p:sp>
        <p:nvSpPr>
          <p:cNvPr id="5" name="">
            <a:extLst>
              <a:ext uri="{FF2B5EF4-FFF2-40B4-BE49-F238E27FC236}">
                <ns2:creationId id="{3CC8B808-A76F-4DD2-A881-C13FF7B23D4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" name="">
            <a:extLst>
              <a:ext uri="{FF2B5EF4-FFF2-40B4-BE49-F238E27FC236}">
                <ns2:creationId id="{7FD101F9-5365-4F35-BF78-87F5E3112A1A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질문</a:t>
            </a:r>
          </a:p>
        </p:txBody>
      </p:sp>
      <p:sp>
        <p:nvSpPr>
          <p:cNvPr id="7" name="">
            <a:extLst>
              <a:ext uri="{FF2B5EF4-FFF2-40B4-BE49-F238E27FC236}">
                <ns2:creationId id="{81A6321A-295A-4367-86DB-8EF10A7E480D}"/>
              </a:ext>
            </a:extLst>
          </p:cNvPr>
          <p:cNvSpPr>
            <a:spLocks noGrp="1"/>
          </p:cNvSpPr>
          <p:nvPr/>
        </p:nvSpPr>
        <p:spPr>
          <a:xfrm>
            <a:off x="6667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자연어 입력</a:t>
            </a:r>
          </a:p>
        </p:txBody>
      </p:sp>
      <p:sp>
        <p:nvSpPr>
          <p:cNvPr id="8" name="">
            <a:extLst>
              <a:ext uri="{FF2B5EF4-FFF2-40B4-BE49-F238E27FC236}">
                <ns2:creationId id="{85B8B9F4-1393-486C-83C9-5E91267E0CE8}"/>
              </a:ext>
            </a:extLst>
          </p:cNvPr>
          <p:cNvSpPr>
            <a:spLocks noGrp="1"/>
          </p:cNvSpPr>
          <p:nvPr/>
        </p:nvSpPr>
        <p:spPr>
          <a:xfrm>
            <a:off x="24955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53F68C46-85F8-46EB-B2A6-9CA4C864A791}"/>
              </a:ext>
            </a:extLst>
          </p:cNvPr>
          <p:cNvSpPr>
            <a:spLocks noGrp="1"/>
          </p:cNvSpPr>
          <p:nvPr/>
        </p:nvSpPr>
        <p:spPr>
          <a:xfrm>
            <a:off x="28575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검색</a:t>
            </a:r>
          </a:p>
        </p:txBody>
      </p:sp>
      <p:sp>
        <p:nvSpPr>
          <p:cNvPr id="10" name="">
            <a:extLst>
              <a:ext uri="{FF2B5EF4-FFF2-40B4-BE49-F238E27FC236}">
                <ns2:creationId id="{C1793693-21F1-4165-AFB4-FF4E5FA73D8B}"/>
              </a:ext>
            </a:extLst>
          </p:cNvPr>
          <p:cNvSpPr>
            <a:spLocks noGrp="1"/>
          </p:cNvSpPr>
          <p:nvPr/>
        </p:nvSpPr>
        <p:spPr>
          <a:xfrm>
            <a:off x="28384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Hybrid 후보</a:t>
            </a:r>
          </a:p>
        </p:txBody>
      </p:sp>
      <p:sp>
        <p:nvSpPr>
          <p:cNvPr id="11" name="">
            <a:extLst>
              <a:ext uri="{FF2B5EF4-FFF2-40B4-BE49-F238E27FC236}">
                <ns2:creationId id="{7C99DE5F-FA97-46BB-B559-B25D3562F913}"/>
              </a:ext>
            </a:extLst>
          </p:cNvPr>
          <p:cNvSpPr>
            <a:spLocks noGrp="1"/>
          </p:cNvSpPr>
          <p:nvPr/>
        </p:nvSpPr>
        <p:spPr>
          <a:xfrm>
            <a:off x="46672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9FAF0BA4-4E2E-4A46-A733-2E203D845065}"/>
              </a:ext>
            </a:extLst>
          </p:cNvPr>
          <p:cNvSpPr>
            <a:spLocks noGrp="1"/>
          </p:cNvSpPr>
          <p:nvPr/>
        </p:nvSpPr>
        <p:spPr>
          <a:xfrm>
            <a:off x="50292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답변</a:t>
            </a:r>
          </a:p>
        </p:txBody>
      </p:sp>
      <p:sp>
        <p:nvSpPr>
          <p:cNvPr id="13" name="">
            <a:extLst>
              <a:ext uri="{FF2B5EF4-FFF2-40B4-BE49-F238E27FC236}">
                <ns2:creationId id="{E8E15389-B553-4CB1-BE03-67C668BF5C71}"/>
              </a:ext>
            </a:extLst>
          </p:cNvPr>
          <p:cNvSpPr>
            <a:spLocks noGrp="1"/>
          </p:cNvSpPr>
          <p:nvPr/>
        </p:nvSpPr>
        <p:spPr>
          <a:xfrm>
            <a:off x="50101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근거 기반 생성</a:t>
            </a:r>
          </a:p>
        </p:txBody>
      </p:sp>
      <p:sp>
        <p:nvSpPr>
          <p:cNvPr id="14" name="">
            <a:extLst>
              <a:ext uri="{FF2B5EF4-FFF2-40B4-BE49-F238E27FC236}">
                <ns2:creationId id="{E6CF465D-D96E-453D-97DC-12685C2B68CB}"/>
              </a:ext>
            </a:extLst>
          </p:cNvPr>
          <p:cNvSpPr>
            <a:spLocks noGrp="1"/>
          </p:cNvSpPr>
          <p:nvPr/>
        </p:nvSpPr>
        <p:spPr>
          <a:xfrm>
            <a:off x="68389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895FE2A7-2AB2-4773-BBDC-CF77D76BECC4}"/>
              </a:ext>
            </a:extLst>
          </p:cNvPr>
          <p:cNvSpPr>
            <a:spLocks noGrp="1"/>
          </p:cNvSpPr>
          <p:nvPr/>
        </p:nvSpPr>
        <p:spPr>
          <a:xfrm>
            <a:off x="72009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이미지</a:t>
            </a:r>
          </a:p>
        </p:txBody>
      </p:sp>
      <p:sp>
        <p:nvSpPr>
          <p:cNvPr id="16" name="">
            <a:extLst>
              <a:ext uri="{FF2B5EF4-FFF2-40B4-BE49-F238E27FC236}">
                <ns2:creationId id="{54F6644D-669B-43A6-9303-C31C446452A4}"/>
              </a:ext>
            </a:extLst>
          </p:cNvPr>
          <p:cNvSpPr>
            <a:spLocks noGrp="1"/>
          </p:cNvSpPr>
          <p:nvPr/>
        </p:nvSpPr>
        <p:spPr>
          <a:xfrm>
            <a:off x="71818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관련성 판정</a:t>
            </a:r>
          </a:p>
        </p:txBody>
      </p:sp>
      <p:sp>
        <p:nvSpPr>
          <p:cNvPr id="17" name="">
            <a:extLst>
              <a:ext uri="{FF2B5EF4-FFF2-40B4-BE49-F238E27FC236}">
                <ns2:creationId id="{CEB42841-CF95-4332-93F5-EDDDAB23D2DA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85750" cy="247650"/>
          </a:xfrm>
          <a:prstGeom prst="rightArrow">
            <a:avLst/>
          </a:prstGeom>
          <a:solidFill>
            <a:srgbClr val="2357D8"/>
          </a:solidFill>
          <a:ln w="0">
            <a:noFill/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144B511A-D757-40FE-AABA-D33ED041CE8A}"/>
              </a:ext>
            </a:extLst>
          </p:cNvPr>
          <p:cNvSpPr>
            <a:spLocks noGrp="1"/>
          </p:cNvSpPr>
          <p:nvPr/>
        </p:nvSpPr>
        <p:spPr>
          <a:xfrm>
            <a:off x="9372600" y="2009775"/>
            <a:ext cx="1790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def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UI</a:t>
            </a:r>
          </a:p>
        </p:txBody>
      </p:sp>
      <p:sp>
        <p:nvSpPr>
          <p:cNvPr id="19" name="">
            <a:extLst>
              <a:ext uri="{FF2B5EF4-FFF2-40B4-BE49-F238E27FC236}">
                <ns2:creationId id="{511A4A97-4129-472B-AF79-120DF388F0A6}"/>
              </a:ext>
            </a:extLst>
          </p:cNvPr>
          <p:cNvSpPr>
            <a:spLocks noGrp="1"/>
          </p:cNvSpPr>
          <p:nvPr/>
        </p:nvSpPr>
        <p:spPr>
          <a:xfrm>
            <a:off x="9353550" y="2447925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98"/>
          </a:bodyPr>
          <a:lstStyle/>
          <a:p>
            <a:pPr algn="ctr">
              <a:def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Streaming 표시</a:t>
            </a:r>
          </a:p>
        </p:txBody>
      </p:sp>
      <p:sp>
        <p:nvSpPr>
          <p:cNvPr id="20" name="">
            <a:extLst>
              <a:ext uri="{FF2B5EF4-FFF2-40B4-BE49-F238E27FC236}">
                <ns2:creationId id="{74641B88-EDA4-4931-98C9-5C19BF2481D3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10820400" cy="19050"/>
          </a:xfrm>
          <a:prstGeom prst="rect">
            <a:avLst/>
          </a:prstGeom>
          <a:solidFill>
            <a:srgbClr val="D9E1EC"/>
          </a:solidFill>
          <a:ln w="0">
            <a:noFill/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ACCF2C3C-BC3C-41A2-8AB7-44B05DD1E193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3810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E83"/>
                </a:solidFill>
                <a:latin typeface="Noto Sans KR"/>
                <a:ea typeface="Noto Sans KR"/>
                <a:cs typeface="Noto Sans KR"/>
              </a:rPr>
              <a:t>최종 결과</a:t>
            </a:r>
          </a:p>
        </p:txBody>
      </p:sp>
      <p:sp>
        <p:nvSpPr>
          <p:cNvPr id="22" name="">
            <a:extLst>
              <a:ext uri="{FF2B5EF4-FFF2-40B4-BE49-F238E27FC236}">
                <ns2:creationId id="{2157D559-ABB4-4585-B63B-FBEC959F1DE1}"/>
              </a:ext>
            </a:extLst>
          </p:cNvPr>
          <p:cNvSpPr>
            <a:spLocks noGrp="1"/>
          </p:cNvSpPr>
          <p:nvPr/>
        </p:nvSpPr>
        <p:spPr>
          <a:xfrm>
            <a:off x="685800" y="4410075"/>
            <a:ext cx="476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2233F"/>
                </a:solidFill>
                <a:latin typeface="Noto Sans KR"/>
                <a:ea typeface="Noto Sans KR"/>
                <a:cs typeface="Noto Sans KR"/>
              </a:rPr>
              <a:t>Retrieval Top-5 47/50 = 94%</a:t>
            </a:r>
          </a:p>
        </p:txBody>
      </p:sp>
      <p:sp>
        <p:nvSpPr>
          <p:cNvPr id="23" name="">
            <a:extLst>
              <a:ext uri="{FF2B5EF4-FFF2-40B4-BE49-F238E27FC236}">
                <ns2:creationId id="{B33ED91F-0F77-49EF-A137-195256BA003F}"/>
              </a:ext>
            </a:extLst>
          </p:cNvPr>
          <p:cNvSpPr>
            <a:spLocks noGrp="1"/>
          </p:cNvSpPr>
          <p:nvPr/>
        </p:nvSpPr>
        <p:spPr>
          <a:xfrm>
            <a:off x="5810250" y="4410075"/>
            <a:ext cx="5619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726"/>
          </a:bodyPr>
          <a:lstStyle/>
          <a:p>
            <a:pPr algn="l">
              <a:defRPr sz="21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357D8"/>
                </a:solidFill>
                <a:latin typeface="Noto Sans KR"/>
                <a:ea typeface="Noto Sans KR"/>
                <a:cs typeface="Noto Sans KR"/>
              </a:rPr>
              <a:t>엄격 기준 Answer Accuracy 49/50 = 98%</a:t>
            </a:r>
          </a:p>
        </p:txBody>
      </p:sp>
      <p:sp>
        <p:nvSpPr>
          <p:cNvPr id="24" name="">
            <a:extLst>
              <a:ext uri="{FF2B5EF4-FFF2-40B4-BE49-F238E27FC236}">
                <ns2:creationId id="{1BAD41E7-F2CE-409E-A513-CB2F12272244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5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94D45"/>
                </a:solidFill>
                <a:latin typeface="Noto Sans KR"/>
                <a:ea typeface="Noto Sans KR"/>
                <a:cs typeface="Noto Sans KR"/>
              </a:rPr>
              <a:t>이미지는 PDF 문맥을 활용하고 관련 없으면 표시하지 않음</a:t>
            </a:r>
          </a:p>
        </p:txBody>
      </p:sp>
    </p:spTree>
    <p:extLst>
      <p:ext uri="{BB962C8B-B14F-4D97-AF65-F5344CB8AC3E}">
        <ns3:creationId val="787708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2026-10-04T07:33:32.3770000Z</dcterms:created>
  <dcterms:modified xsi:type="dcterms:W3CDTF">2026-10-04T07:33:32.3770000Z</dcterms:modified>
</coreProperties>
</file>